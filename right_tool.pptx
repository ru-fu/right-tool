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5" r:id="rId1"/>
  </p:sldMasterIdLst>
  <p:notesMasterIdLst>
    <p:notesMasterId r:id="rId11"/>
  </p:notesMasterIdLst>
  <p:sldIdLst>
    <p:sldId id="256" r:id="rId2"/>
    <p:sldId id="257" r:id="rId3"/>
    <p:sldId id="258" r:id="rId4"/>
    <p:sldId id="265" r:id="rId5"/>
    <p:sldId id="261" r:id="rId6"/>
    <p:sldId id="262" r:id="rId7"/>
    <p:sldId id="263" r:id="rId8"/>
    <p:sldId id="264" r:id="rId9"/>
    <p:sldId id="266" r:id="rId10"/>
  </p:sldIdLst>
  <p:sldSz cx="12192000" cy="6858000"/>
  <p:notesSz cx="6858000" cy="9144000"/>
  <p:embeddedFontLst>
    <p:embeddedFont>
      <p:font typeface="DIN" panose="02000503040000020003" pitchFamily="2" charset="0"/>
      <p:regular r:id="rId12"/>
      <p:bold r:id="rId13"/>
    </p:embeddedFont>
    <p:embeddedFont>
      <p:font typeface="MarianinaFY-Regular" panose="02000506000000020004" pitchFamily="2" charset="0"/>
      <p:regular r:id="rId14"/>
    </p:embeddedFont>
  </p:embeddedFontLst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1DEC9C-5B5C-44D1-B684-F06653CA2843}" v="571" dt="2025-10-23T13:21:12.4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26" autoAdjust="0"/>
    <p:restoredTop sz="54612" autoAdjust="0"/>
  </p:normalViewPr>
  <p:slideViewPr>
    <p:cSldViewPr snapToGrid="0">
      <p:cViewPr varScale="1">
        <p:scale>
          <a:sx n="74" d="100"/>
          <a:sy n="74" d="100"/>
        </p:scale>
        <p:origin x="2376" y="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th Fuchss" userId="afd20761-25fc-45a7-be15-ab205af37ec4" providerId="ADAL" clId="{991DEC9C-5B5C-44D1-B684-F06653CA2843}"/>
    <pc:docChg chg="custSel modSld modMainMaster">
      <pc:chgData name="Ruth Fuchss" userId="afd20761-25fc-45a7-be15-ab205af37ec4" providerId="ADAL" clId="{991DEC9C-5B5C-44D1-B684-F06653CA2843}" dt="2025-11-04T13:04:22.500" v="3854" actId="6549"/>
      <pc:docMkLst>
        <pc:docMk/>
      </pc:docMkLst>
      <pc:sldChg chg="modNotesTx">
        <pc:chgData name="Ruth Fuchss" userId="afd20761-25fc-45a7-be15-ab205af37ec4" providerId="ADAL" clId="{991DEC9C-5B5C-44D1-B684-F06653CA2843}" dt="2025-10-24T06:52:46.519" v="3149" actId="6549"/>
        <pc:sldMkLst>
          <pc:docMk/>
          <pc:sldMk cId="3035130665" sldId="256"/>
        </pc:sldMkLst>
      </pc:sldChg>
      <pc:sldChg chg="modAnim modNotesTx">
        <pc:chgData name="Ruth Fuchss" userId="afd20761-25fc-45a7-be15-ab205af37ec4" providerId="ADAL" clId="{991DEC9C-5B5C-44D1-B684-F06653CA2843}" dt="2025-10-24T06:58:22.426" v="3613" actId="20577"/>
        <pc:sldMkLst>
          <pc:docMk/>
          <pc:sldMk cId="765460827" sldId="257"/>
        </pc:sldMkLst>
      </pc:sldChg>
      <pc:sldChg chg="modNotesTx">
        <pc:chgData name="Ruth Fuchss" userId="afd20761-25fc-45a7-be15-ab205af37ec4" providerId="ADAL" clId="{991DEC9C-5B5C-44D1-B684-F06653CA2843}" dt="2025-10-24T06:59:00.418" v="3658" actId="20577"/>
        <pc:sldMkLst>
          <pc:docMk/>
          <pc:sldMk cId="3813214154" sldId="258"/>
        </pc:sldMkLst>
      </pc:sldChg>
      <pc:sldChg chg="modSp modNotesTx">
        <pc:chgData name="Ruth Fuchss" userId="afd20761-25fc-45a7-be15-ab205af37ec4" providerId="ADAL" clId="{991DEC9C-5B5C-44D1-B684-F06653CA2843}" dt="2025-10-24T07:02:33.432" v="3838" actId="20577"/>
        <pc:sldMkLst>
          <pc:docMk/>
          <pc:sldMk cId="79786847" sldId="261"/>
        </pc:sldMkLst>
        <pc:spChg chg="mod">
          <ac:chgData name="Ruth Fuchss" userId="afd20761-25fc-45a7-be15-ab205af37ec4" providerId="ADAL" clId="{991DEC9C-5B5C-44D1-B684-F06653CA2843}" dt="2025-10-17T14:10:52.825" v="1" actId="113"/>
          <ac:spMkLst>
            <pc:docMk/>
            <pc:sldMk cId="79786847" sldId="261"/>
            <ac:spMk id="3" creationId="{93A72865-D870-512E-CC0F-9E985FE6AC93}"/>
          </ac:spMkLst>
        </pc:spChg>
        <pc:spChg chg="mod">
          <ac:chgData name="Ruth Fuchss" userId="afd20761-25fc-45a7-be15-ab205af37ec4" providerId="ADAL" clId="{991DEC9C-5B5C-44D1-B684-F06653CA2843}" dt="2025-10-21T13:28:54.854" v="2768" actId="113"/>
          <ac:spMkLst>
            <pc:docMk/>
            <pc:sldMk cId="79786847" sldId="261"/>
            <ac:spMk id="4" creationId="{366F17EA-8396-71FE-069D-4F91AB68E434}"/>
          </ac:spMkLst>
        </pc:spChg>
      </pc:sldChg>
      <pc:sldChg chg="modSp modAnim modNotesTx">
        <pc:chgData name="Ruth Fuchss" userId="afd20761-25fc-45a7-be15-ab205af37ec4" providerId="ADAL" clId="{991DEC9C-5B5C-44D1-B684-F06653CA2843}" dt="2025-10-24T07:00:49.177" v="3677" actId="20577"/>
        <pc:sldMkLst>
          <pc:docMk/>
          <pc:sldMk cId="4079181452" sldId="262"/>
        </pc:sldMkLst>
        <pc:spChg chg="mod">
          <ac:chgData name="Ruth Fuchss" userId="afd20761-25fc-45a7-be15-ab205af37ec4" providerId="ADAL" clId="{991DEC9C-5B5C-44D1-B684-F06653CA2843}" dt="2025-10-21T13:56:10.541" v="2837" actId="113"/>
          <ac:spMkLst>
            <pc:docMk/>
            <pc:sldMk cId="4079181452" sldId="262"/>
            <ac:spMk id="10" creationId="{9622518D-3670-4F14-FE09-F6D7C64AC490}"/>
          </ac:spMkLst>
        </pc:spChg>
        <pc:spChg chg="mod">
          <ac:chgData name="Ruth Fuchss" userId="afd20761-25fc-45a7-be15-ab205af37ec4" providerId="ADAL" clId="{991DEC9C-5B5C-44D1-B684-F06653CA2843}" dt="2025-10-21T13:36:06.396" v="2835" actId="113"/>
          <ac:spMkLst>
            <pc:docMk/>
            <pc:sldMk cId="4079181452" sldId="262"/>
            <ac:spMk id="11" creationId="{05EC4ADA-2588-F15E-245A-1CF4994344EF}"/>
          </ac:spMkLst>
        </pc:spChg>
      </pc:sldChg>
      <pc:sldChg chg="modSp modAnim modNotesTx">
        <pc:chgData name="Ruth Fuchss" userId="afd20761-25fc-45a7-be15-ab205af37ec4" providerId="ADAL" clId="{991DEC9C-5B5C-44D1-B684-F06653CA2843}" dt="2025-10-24T07:02:00.471" v="3787" actId="20577"/>
        <pc:sldMkLst>
          <pc:docMk/>
          <pc:sldMk cId="3341925165" sldId="263"/>
        </pc:sldMkLst>
        <pc:spChg chg="mod">
          <ac:chgData name="Ruth Fuchss" userId="afd20761-25fc-45a7-be15-ab205af37ec4" providerId="ADAL" clId="{991DEC9C-5B5C-44D1-B684-F06653CA2843}" dt="2025-10-22T14:35:39.002" v="2892" actId="113"/>
          <ac:spMkLst>
            <pc:docMk/>
            <pc:sldMk cId="3341925165" sldId="263"/>
            <ac:spMk id="9" creationId="{3A76D8AE-F794-A58C-BBB8-1592CC2F73E2}"/>
          </ac:spMkLst>
        </pc:spChg>
        <pc:spChg chg="mod">
          <ac:chgData name="Ruth Fuchss" userId="afd20761-25fc-45a7-be15-ab205af37ec4" providerId="ADAL" clId="{991DEC9C-5B5C-44D1-B684-F06653CA2843}" dt="2025-10-22T14:37:16.073" v="2932" actId="6549"/>
          <ac:spMkLst>
            <pc:docMk/>
            <pc:sldMk cId="3341925165" sldId="263"/>
            <ac:spMk id="10" creationId="{FF5C2A80-A5D7-AAAE-7073-C92B6DB127E0}"/>
          </ac:spMkLst>
        </pc:spChg>
      </pc:sldChg>
      <pc:sldChg chg="modSp modNotesTx">
        <pc:chgData name="Ruth Fuchss" userId="afd20761-25fc-45a7-be15-ab205af37ec4" providerId="ADAL" clId="{991DEC9C-5B5C-44D1-B684-F06653CA2843}" dt="2025-10-24T07:02:57.525" v="3852" actId="5793"/>
        <pc:sldMkLst>
          <pc:docMk/>
          <pc:sldMk cId="3543996010" sldId="264"/>
        </pc:sldMkLst>
        <pc:spChg chg="mod">
          <ac:chgData name="Ruth Fuchss" userId="afd20761-25fc-45a7-be15-ab205af37ec4" providerId="ADAL" clId="{991DEC9C-5B5C-44D1-B684-F06653CA2843}" dt="2025-10-22T14:35:57.153" v="2893" actId="113"/>
          <ac:spMkLst>
            <pc:docMk/>
            <pc:sldMk cId="3543996010" sldId="264"/>
            <ac:spMk id="9" creationId="{1E48D6F1-7357-5566-67FB-A143C7E7BE9E}"/>
          </ac:spMkLst>
        </pc:spChg>
        <pc:spChg chg="mod">
          <ac:chgData name="Ruth Fuchss" userId="afd20761-25fc-45a7-be15-ab205af37ec4" providerId="ADAL" clId="{991DEC9C-5B5C-44D1-B684-F06653CA2843}" dt="2025-10-22T14:36:03.089" v="2894" actId="113"/>
          <ac:spMkLst>
            <pc:docMk/>
            <pc:sldMk cId="3543996010" sldId="264"/>
            <ac:spMk id="10" creationId="{2B9CF7C5-21F6-73F0-0ABC-A7ADBB8CB441}"/>
          </ac:spMkLst>
        </pc:spChg>
      </pc:sldChg>
      <pc:sldChg chg="modSp mod modNotesTx">
        <pc:chgData name="Ruth Fuchss" userId="afd20761-25fc-45a7-be15-ab205af37ec4" providerId="ADAL" clId="{991DEC9C-5B5C-44D1-B684-F06653CA2843}" dt="2025-11-04T13:04:22.500" v="3854" actId="6549"/>
        <pc:sldMkLst>
          <pc:docMk/>
          <pc:sldMk cId="1648104186" sldId="265"/>
        </pc:sldMkLst>
        <pc:spChg chg="mod">
          <ac:chgData name="Ruth Fuchss" userId="afd20761-25fc-45a7-be15-ab205af37ec4" providerId="ADAL" clId="{991DEC9C-5B5C-44D1-B684-F06653CA2843}" dt="2025-11-04T13:04:22.500" v="3854" actId="6549"/>
          <ac:spMkLst>
            <pc:docMk/>
            <pc:sldMk cId="1648104186" sldId="265"/>
            <ac:spMk id="2" creationId="{E2515171-9DED-2DE5-65EE-7D6510313C82}"/>
          </ac:spMkLst>
        </pc:spChg>
      </pc:sldChg>
      <pc:sldChg chg="modNotesTx">
        <pc:chgData name="Ruth Fuchss" userId="afd20761-25fc-45a7-be15-ab205af37ec4" providerId="ADAL" clId="{991DEC9C-5B5C-44D1-B684-F06653CA2843}" dt="2025-10-20T09:40:56.366" v="2585" actId="20577"/>
        <pc:sldMkLst>
          <pc:docMk/>
          <pc:sldMk cId="1822008880" sldId="266"/>
        </pc:sldMkLst>
      </pc:sldChg>
      <pc:sldMasterChg chg="modSldLayout">
        <pc:chgData name="Ruth Fuchss" userId="afd20761-25fc-45a7-be15-ab205af37ec4" providerId="ADAL" clId="{991DEC9C-5B5C-44D1-B684-F06653CA2843}" dt="2025-11-04T13:04:08.992" v="3853" actId="20577"/>
        <pc:sldMasterMkLst>
          <pc:docMk/>
          <pc:sldMasterMk cId="242660316" sldId="2147483695"/>
        </pc:sldMasterMkLst>
        <pc:sldLayoutChg chg="modSp mod">
          <pc:chgData name="Ruth Fuchss" userId="afd20761-25fc-45a7-be15-ab205af37ec4" providerId="ADAL" clId="{991DEC9C-5B5C-44D1-B684-F06653CA2843}" dt="2025-11-04T13:04:08.992" v="3853" actId="20577"/>
          <pc:sldLayoutMkLst>
            <pc:docMk/>
            <pc:sldMasterMk cId="242660316" sldId="2147483695"/>
            <pc:sldLayoutMk cId="2932086637" sldId="2147483702"/>
          </pc:sldLayoutMkLst>
          <pc:spChg chg="mod">
            <ac:chgData name="Ruth Fuchss" userId="afd20761-25fc-45a7-be15-ab205af37ec4" providerId="ADAL" clId="{991DEC9C-5B5C-44D1-B684-F06653CA2843}" dt="2025-11-04T13:04:08.992" v="3853" actId="20577"/>
            <ac:spMkLst>
              <pc:docMk/>
              <pc:sldMasterMk cId="242660316" sldId="2147483695"/>
              <pc:sldLayoutMk cId="2932086637" sldId="2147483702"/>
              <ac:spMk id="22" creationId="{01994642-52C3-74E9-FDC2-519704D49EDA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60AEC4-F46A-49CA-9F7B-4467A7645D4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029029-C33D-4EEC-9FD2-2B77EEC04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86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you can build up a documentation setup from scratch – how to choose?</a:t>
            </a:r>
          </a:p>
          <a:p>
            <a:endParaRPr lang="en-US" dirty="0"/>
          </a:p>
          <a:p>
            <a:r>
              <a:rPr lang="en-US" dirty="0"/>
              <a:t>My background – both SW and HW docs, started with DITA CMS, then home-grown DITA docs-as-code, </a:t>
            </a:r>
            <a:r>
              <a:rPr lang="en-US" dirty="0" err="1"/>
              <a:t>Doxygen</a:t>
            </a:r>
            <a:r>
              <a:rPr lang="en-US" dirty="0"/>
              <a:t> &amp; Sphinx docs-as-code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Now </a:t>
            </a:r>
            <a:r>
              <a:rPr lang="en-US" dirty="0" err="1"/>
              <a:t>Autronica</a:t>
            </a:r>
            <a:r>
              <a:rPr lang="en-US" dirty="0"/>
              <a:t>, HW, with old-fashioned docs – Word and InDesign files stored in SharePoint – want to modernize</a:t>
            </a:r>
          </a:p>
          <a:p>
            <a:r>
              <a:rPr lang="en-US" dirty="0"/>
              <a:t>Free reign to select the right tool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29029-C33D-4EEC-9FD2-2B77EEC049A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58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First question - what do I mean with “tool”?</a:t>
            </a:r>
          </a:p>
          <a:p>
            <a:r>
              <a:rPr lang="en-US" dirty="0">
                <a:solidFill>
                  <a:schemeClr val="accent2"/>
                </a:solidFill>
              </a:rPr>
              <a:t>Amount of tools can be overwhelming, but more manageable when classified:</a:t>
            </a:r>
          </a:p>
          <a:p>
            <a:pPr marL="171450" indent="-171450">
              <a:buFontTx/>
              <a:buChar char="-"/>
            </a:pPr>
            <a:r>
              <a:rPr lang="en-US" dirty="0"/>
              <a:t>Syntax/formats/markup languages (how to write)</a:t>
            </a:r>
          </a:p>
          <a:p>
            <a:pPr marL="171450" indent="-171450">
              <a:buFontTx/>
              <a:buChar char="-"/>
            </a:pPr>
            <a:r>
              <a:rPr lang="en-US" dirty="0"/>
              <a:t>Engines (transform to output)</a:t>
            </a:r>
          </a:p>
          <a:p>
            <a:pPr marL="171450" indent="-171450">
              <a:buFontTx/>
              <a:buChar char="-"/>
            </a:pPr>
            <a:r>
              <a:rPr lang="en-US" dirty="0"/>
              <a:t>Editors (for plain text files)</a:t>
            </a:r>
          </a:p>
          <a:p>
            <a:pPr marL="171450" indent="-171450">
              <a:buFontTx/>
              <a:buChar char="-"/>
            </a:pPr>
            <a:r>
              <a:rPr lang="en-US" dirty="0"/>
              <a:t>Editors with integrated engine/rendering (Oxygen/</a:t>
            </a:r>
            <a:r>
              <a:rPr lang="en-US" dirty="0" err="1"/>
              <a:t>Arbortext</a:t>
            </a:r>
            <a:r>
              <a:rPr lang="en-US" dirty="0"/>
              <a:t> for XML, or WYSIWG)</a:t>
            </a:r>
          </a:p>
          <a:p>
            <a:pPr marL="171450" indent="-171450">
              <a:buFontTx/>
              <a:buChar char="-"/>
            </a:pPr>
            <a:r>
              <a:rPr lang="en-US" dirty="0"/>
              <a:t>Delivery platforms (build/host like Read the Docs, input/output like Wiki/Forum, ingest and present like </a:t>
            </a:r>
            <a:r>
              <a:rPr lang="en-US" dirty="0" err="1"/>
              <a:t>Zoomin</a:t>
            </a:r>
            <a:r>
              <a:rPr lang="en-US" dirty="0"/>
              <a:t>/</a:t>
            </a:r>
            <a:r>
              <a:rPr lang="en-US" dirty="0" err="1"/>
              <a:t>FluidTopics</a:t>
            </a:r>
            <a:r>
              <a:rPr lang="en-US" dirty="0"/>
              <a:t>)</a:t>
            </a:r>
          </a:p>
          <a:p>
            <a:pPr marL="171450" indent="-171450">
              <a:buFontTx/>
              <a:buChar char="-"/>
            </a:pPr>
            <a:r>
              <a:rPr lang="en-US" dirty="0"/>
              <a:t>Storage/version control &amp; build framework</a:t>
            </a:r>
          </a:p>
          <a:p>
            <a:pPr marL="171450" indent="-171450">
              <a:buFontTx/>
              <a:buChar char="-"/>
            </a:pPr>
            <a:r>
              <a:rPr lang="en-US" dirty="0"/>
              <a:t>Content framework for structuring content(DITA: both content framework and syntax)</a:t>
            </a:r>
          </a:p>
          <a:p>
            <a:pPr marL="171450" indent="-171450">
              <a:buFontTx/>
              <a:buChar char="-"/>
            </a:pPr>
            <a:r>
              <a:rPr lang="en-US" dirty="0"/>
              <a:t>Doc checkers for validation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Doc methodologies</a:t>
            </a:r>
          </a:p>
          <a:p>
            <a:endParaRPr lang="en-US" dirty="0"/>
          </a:p>
          <a:p>
            <a:r>
              <a:rPr lang="en-US" dirty="0"/>
              <a:t>You can mix and match – some work (</a:t>
            </a:r>
            <a:r>
              <a:rPr lang="en-US" dirty="0" err="1"/>
              <a:t>Sphinx+Markdown</a:t>
            </a:r>
            <a:r>
              <a:rPr lang="en-US" dirty="0"/>
              <a:t> or </a:t>
            </a:r>
            <a:r>
              <a:rPr lang="en-US" dirty="0" err="1"/>
              <a:t>Word+Git</a:t>
            </a:r>
            <a:r>
              <a:rPr lang="en-US" dirty="0"/>
              <a:t>) others don’t (</a:t>
            </a:r>
            <a:r>
              <a:rPr lang="en-US" dirty="0" err="1"/>
              <a:t>InDesign+Emacs</a:t>
            </a:r>
            <a:r>
              <a:rPr lang="en-US" dirty="0"/>
              <a:t>, CCMS+RTD)</a:t>
            </a:r>
          </a:p>
          <a:p>
            <a:r>
              <a:rPr lang="en-US" dirty="0"/>
              <a:t>Difficult to determine which to compare - apples and oranges </a:t>
            </a:r>
          </a:p>
          <a:p>
            <a:r>
              <a:rPr lang="en-US" dirty="0"/>
              <a:t>Methodologies: very central, on a different level than other tools (DITA or docs-as-code are not </a:t>
            </a:r>
            <a:r>
              <a:rPr lang="en-US" dirty="0" err="1"/>
              <a:t>altenatives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29029-C33D-4EEC-9FD2-2B77EEC049A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7211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Docs as code: full control, flexibility, complexity</a:t>
            </a:r>
          </a:p>
          <a:p>
            <a:r>
              <a:rPr lang="en-US" dirty="0"/>
              <a:t>CCMS: black box, streamlined, focus on content, control of docs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Mindset, depends on you, your docs, company culture</a:t>
            </a:r>
          </a:p>
          <a:p>
            <a:pPr marL="0" indent="0">
              <a:buFont typeface="Symbol" panose="05050102010706020507" pitchFamily="18" charset="2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29029-C33D-4EEC-9FD2-2B77EEC049A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802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are not in any order – depends on what is most important for YOU</a:t>
            </a:r>
          </a:p>
          <a:p>
            <a:r>
              <a:rPr lang="en-US" dirty="0"/>
              <a:t>Decide which points you do not want to compromise on (for example, PDF)</a:t>
            </a:r>
          </a:p>
          <a:p>
            <a:r>
              <a:rPr lang="en-US" dirty="0"/>
              <a:t>Stay strict on those non-negotiables – don’t plan with workarounds (on factors that are important for you)</a:t>
            </a:r>
          </a:p>
          <a:p>
            <a:r>
              <a:rPr lang="en-US" dirty="0"/>
              <a:t>Logical choice for me would have been Sphinx, but ended up with choice between DITA and </a:t>
            </a:r>
            <a:r>
              <a:rPr lang="en-US" dirty="0" err="1"/>
              <a:t>AsciiDoc</a:t>
            </a:r>
            <a:r>
              <a:rPr lang="en-US"/>
              <a:t>, and CCMS and docs-as-code</a:t>
            </a:r>
            <a:endParaRPr lang="en-US" dirty="0"/>
          </a:p>
          <a:p>
            <a:endParaRPr lang="en-US" dirty="0"/>
          </a:p>
          <a:p>
            <a:r>
              <a:rPr lang="en-US" dirty="0"/>
              <a:t>Will not go through all in detail, but more in the speaker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29029-C33D-4EEC-9FD2-2B77EEC049A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424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Who: TW, </a:t>
            </a:r>
            <a:r>
              <a:rPr lang="en-US" dirty="0" err="1"/>
              <a:t>devs</a:t>
            </a:r>
            <a:r>
              <a:rPr lang="en-US" dirty="0"/>
              <a:t> were not allowed to contribute =&gt; up to me to decide</a:t>
            </a:r>
          </a:p>
          <a:p>
            <a:r>
              <a:rPr lang="en-US" dirty="0"/>
              <a:t>Team: 1, won’t grow =&gt; will NEED </a:t>
            </a:r>
            <a:r>
              <a:rPr lang="en-US" dirty="0" err="1"/>
              <a:t>devs</a:t>
            </a:r>
            <a:r>
              <a:rPr lang="en-US" dirty="0"/>
              <a:t> to contribute, make it easy to contribute</a:t>
            </a:r>
          </a:p>
          <a:p>
            <a:r>
              <a:rPr lang="en-US" dirty="0"/>
              <a:t>Skills: command line, Git =&gt; not everyone in a HW company, BUT: web interface (more usable for </a:t>
            </a:r>
            <a:r>
              <a:rPr lang="en-US" dirty="0" err="1"/>
              <a:t>AsciiDoc</a:t>
            </a:r>
            <a:r>
              <a:rPr lang="en-US" dirty="0"/>
              <a:t>)</a:t>
            </a:r>
          </a:p>
          <a:p>
            <a:r>
              <a:rPr lang="en-US" dirty="0"/>
              <a:t>Maintenance: TW vs dev vs contractor, Sphinx/Python, </a:t>
            </a:r>
            <a:r>
              <a:rPr lang="en-US" dirty="0" err="1"/>
              <a:t>AsciiDoc</a:t>
            </a:r>
            <a:r>
              <a:rPr lang="en-US" dirty="0"/>
              <a:t>/Ruby, DITA-OT/XSLT</a:t>
            </a:r>
          </a:p>
          <a:p>
            <a:endParaRPr lang="en-US" dirty="0"/>
          </a:p>
          <a:p>
            <a:r>
              <a:rPr lang="en-US" dirty="0"/>
              <a:t>-----</a:t>
            </a:r>
          </a:p>
          <a:p>
            <a:r>
              <a:rPr lang="en-US" dirty="0"/>
              <a:t>Who writes the docs: only TWs, TWs and </a:t>
            </a:r>
            <a:r>
              <a:rPr lang="en-US" dirty="0" err="1"/>
              <a:t>devs</a:t>
            </a:r>
            <a:r>
              <a:rPr lang="en-US" dirty="0"/>
              <a:t>, only </a:t>
            </a:r>
            <a:r>
              <a:rPr lang="en-US" dirty="0" err="1"/>
              <a:t>devs</a:t>
            </a:r>
            <a:r>
              <a:rPr lang="en-US" dirty="0"/>
              <a:t>, external contributors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Who will be affected by your choice, who should have a say, whose needs have priority (</a:t>
            </a:r>
            <a:r>
              <a:rPr lang="en-US" dirty="0" err="1"/>
              <a:t>devs</a:t>
            </a:r>
            <a:r>
              <a:rPr lang="en-US" dirty="0"/>
              <a:t> in a CMS vs. TWs in the dev team’s Git repo?)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dirty="0"/>
              <a:t>How big is the team: single writer vs. team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Þ"/>
              <a:tabLst/>
              <a:defRPr/>
            </a:pPr>
            <a:r>
              <a:rPr lang="en-US" dirty="0"/>
              <a:t>Many people: more professional/off-the-shelf solution - easier to use, more constraints (CCMS)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Few people: home-grown solution might work - less coordination required, more flexibility (docs-as-code)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Will you get in trouble with your home-grown solution in the future? (established docs-as-code like RTD)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dirty="0"/>
              <a:t>Contribution: external/casual contributors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Make it as quick and easy as possible to contribute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Consider the background of the contributors (Wiki vs. GitHub)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Do external contributors have access to the sources (probably not in a CCMS)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dirty="0"/>
              <a:t>Review: Live changes (Wiki/Forum)? Iterations with comments (Word/Google docs)? Tracked sign-offs (GitHub)?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Flexibility for typo fixes? (strict process vs. flexibility)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dirty="0"/>
              <a:t>Acceptance: new workflows, new skills; dividing up content and styling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Small changes if needed (Word -&gt; Wiki)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dirty="0"/>
          </a:p>
          <a:p>
            <a:pPr marL="0" indent="0">
              <a:buFont typeface="Symbol" panose="05050102010706020507" pitchFamily="18" charset="2"/>
              <a:buNone/>
            </a:pPr>
            <a:r>
              <a:rPr lang="en-US" dirty="0"/>
              <a:t>Skills: Command line/Git? (Dare to) figure out a GUI?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dirty="0"/>
              <a:t>Difficulty: Do you need instructions? Checklists? Or is it intuitive/given by workflow?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dirty="0"/>
              <a:t>Hire: DITA, Docs-as-code, </a:t>
            </a:r>
            <a:r>
              <a:rPr lang="en-US" dirty="0" err="1"/>
              <a:t>AsciiDoc</a:t>
            </a:r>
            <a:r>
              <a:rPr lang="en-US" dirty="0"/>
              <a:t>, …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depends on region and industry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dirty="0"/>
              <a:t>Maintenance: both setup and maintenance; what programming language/framework (Sphinx/Python, </a:t>
            </a:r>
            <a:r>
              <a:rPr lang="en-US" dirty="0" err="1"/>
              <a:t>AsciiDoc</a:t>
            </a:r>
            <a:r>
              <a:rPr lang="en-US" dirty="0"/>
              <a:t>/Ruby, DITA-OT/XSLT)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You? (your skills) With support of …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Others in the company? (their skills)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A contractor? (no niche skills)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29029-C33D-4EEC-9FD2-2B77EEC049A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303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Consistency: consistent =&gt; rigid to enforce, not consistent =&gt; flexibility – we have HW &amp; SW</a:t>
            </a:r>
          </a:p>
          <a:p>
            <a:r>
              <a:rPr lang="en-US" dirty="0"/>
              <a:t>Reuse: simple on topic level, harder for conditional text and variables =&gt; no Markdown</a:t>
            </a:r>
          </a:p>
          <a:p>
            <a:r>
              <a:rPr lang="en-US" dirty="0"/>
              <a:t>Format: PDF – want HTML (=&gt; not Word)</a:t>
            </a:r>
          </a:p>
          <a:p>
            <a:r>
              <a:rPr lang="en-US" dirty="0"/>
              <a:t>Look &amp; feel: split between content and presentation for consistency, but this means compromise on esthetics</a:t>
            </a:r>
          </a:p>
          <a:p>
            <a:endParaRPr lang="en-US" dirty="0"/>
          </a:p>
          <a:p>
            <a:r>
              <a:rPr lang="en-US" dirty="0"/>
              <a:t>-----</a:t>
            </a:r>
          </a:p>
          <a:p>
            <a:r>
              <a:rPr lang="en-US" dirty="0"/>
              <a:t>Consistency: many similar documents (enforce consistency) or wide range (flexibility)?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Consistent: rigid structure, templates to enforce consistency across different writers (DITA)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Flexible: don’t overcomplicate (Markdown)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dirty="0"/>
              <a:t>Reuse: of paragraphs/fragments or topics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Include files (most tools, even Word) – how to keep track of documents that use a file?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More complicated: need for variables or conditional text, for example, for similar products (not plain Markdown)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dirty="0"/>
              <a:t>Others: outside the company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Include/build on docs for other tools (must be compatible, automatic migration?)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Rebrand other docs (migrate them, maintain different tools)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Might also be the other way around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Can a translation agency work with the tool? Or can you use AI to translate?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dirty="0"/>
              <a:t>Product dev: same timeline (usually: SW yes, HW no)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Yes: use same workflows (docs-as-code)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No: more flexibility (can also use docs-as-code, but not as integrated)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lang="en-US" dirty="0"/>
              <a:t>API docs: Combine API and conceptual docs or keep separate?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Þ"/>
              <a:tabLst/>
              <a:defRPr/>
            </a:pPr>
            <a:r>
              <a:rPr lang="en-US" dirty="0"/>
              <a:t>How much flexibility do you lose for conceptual docs (tools and workflows), and is that worth it?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Can you use one tool for API and conceptual docs? (</a:t>
            </a:r>
            <a:r>
              <a:rPr lang="en-US" dirty="0" err="1"/>
              <a:t>Doxygen</a:t>
            </a:r>
            <a:r>
              <a:rPr lang="en-US" dirty="0"/>
              <a:t> can do both)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dirty="0"/>
              <a:t>Industry: HW – versioning/sign-off, SW – continuous delivery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Versioning at what level (document level, topic level, highlighted changes)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Touches on next point, delivery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dirty="0"/>
          </a:p>
          <a:p>
            <a:r>
              <a:rPr lang="en-US" dirty="0"/>
              <a:t>Formats: HTML, PDF (</a:t>
            </a:r>
            <a:r>
              <a:rPr lang="en-US" dirty="0" err="1"/>
              <a:t>epub</a:t>
            </a:r>
            <a:r>
              <a:rPr lang="en-US" dirty="0"/>
              <a:t>, help, xml), which is the main focus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Þ"/>
              <a:tabLst/>
              <a:defRPr/>
            </a:pPr>
            <a:r>
              <a:rPr lang="en-US" dirty="0"/>
              <a:t>PDF: most can create some kind of PDF, but not necessarily pretty (not Markdown, Wiki, Forum)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HTML: most tools can do this, but think about hosting as well (not Word/</a:t>
            </a:r>
            <a:r>
              <a:rPr lang="en-US" dirty="0" err="1"/>
              <a:t>Indesign</a:t>
            </a:r>
            <a:r>
              <a:rPr lang="en-US" dirty="0"/>
              <a:t>/LaTeX, but CMS or </a:t>
            </a:r>
            <a:r>
              <a:rPr lang="en-US" dirty="0" err="1"/>
              <a:t>sth</a:t>
            </a:r>
            <a:r>
              <a:rPr lang="en-US" dirty="0"/>
              <a:t> supported by a publishing platform like RTD)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dirty="0"/>
              <a:t>Hosting: mainly for HTML (but PDFs must be managed as well)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Company website vs. hosting platform (with custom URL?)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dirty="0"/>
              <a:t>How many: one big doc center vs. many individual documents (that might be interlinked? Must be kept in sync?)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Related to the hosting part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Needs consideration if there is a mismatch for formats (one HTML doc but many PDFs)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Maybe consider a content delivery platform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dirty="0"/>
              <a:t>Look &amp; feel: two different aspects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Docs might be from different sources – can that be visible? (content delivery platform)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Control the layout or separate content and layout? (InDesign vs. DITA/</a:t>
            </a:r>
            <a:r>
              <a:rPr lang="en-US" dirty="0" err="1"/>
              <a:t>AsciiDoc</a:t>
            </a:r>
            <a:r>
              <a:rPr lang="en-US" dirty="0"/>
              <a:t>)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dirty="0"/>
              <a:t>AI: touches on aspects already mentioned – consistency, format (semantic markup), hosting (retrievability), content vs. layout</a:t>
            </a:r>
          </a:p>
          <a:p>
            <a:pPr marL="0" indent="0">
              <a:buFont typeface="Symbol" panose="05050102010706020507" pitchFamily="18" charset="2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29029-C33D-4EEC-9FD2-2B77EEC049A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4997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Infrastructure: piggy-back on existing solutions, don’t force tools on people</a:t>
            </a:r>
          </a:p>
          <a:p>
            <a:r>
              <a:rPr lang="en-US" dirty="0"/>
              <a:t>Budget: open-source docs as code vs. off-the-shelf, additional editor, contractor cost – also a time factor</a:t>
            </a:r>
          </a:p>
          <a:p>
            <a:r>
              <a:rPr lang="en-US" dirty="0"/>
              <a:t>Migration: in our case yes, but </a:t>
            </a:r>
            <a:r>
              <a:rPr lang="en-US" dirty="0" err="1"/>
              <a:t>pandoc</a:t>
            </a:r>
            <a:r>
              <a:rPr lang="en-US" dirty="0"/>
              <a:t> can do Word-&gt;</a:t>
            </a:r>
            <a:r>
              <a:rPr lang="en-US" dirty="0" err="1"/>
              <a:t>AsciiDoc</a:t>
            </a:r>
            <a:r>
              <a:rPr lang="en-US" dirty="0"/>
              <a:t> well, script to split files, some cleanup required because of badly formatted Word files</a:t>
            </a:r>
          </a:p>
          <a:p>
            <a:endParaRPr lang="en-US" dirty="0"/>
          </a:p>
          <a:p>
            <a:r>
              <a:rPr lang="en-US" dirty="0"/>
              <a:t>-----</a:t>
            </a:r>
          </a:p>
          <a:p>
            <a:r>
              <a:rPr lang="en-US" dirty="0"/>
              <a:t>Others’ tools: don’t reinvent the wheel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DevOps for docs-as-code (build servers, GitHub/GitLab/Bitbucket, hosting)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Piggy-back on internal doc builds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Don’t pick a Windows-only tool if everybody uses Linux (or the other way around – which is not as much of an issue)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dirty="0"/>
              <a:t>Budget: free/affordable open-source vs. paid commercial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Generally: docs-as-code can be cheap/free, CCMS will cost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Might need specific editors in addition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dirty="0"/>
              <a:t>Support: find someone to brainstorm and sanity-check with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In the company, a contractor, or a community</a:t>
            </a:r>
          </a:p>
          <a:p>
            <a:pPr marL="0" indent="0">
              <a:buFont typeface="Symbol" panose="05050102010706020507" pitchFamily="18" charset="2"/>
              <a:buNone/>
            </a:pPr>
            <a:endParaRPr lang="en-US" dirty="0"/>
          </a:p>
          <a:p>
            <a:r>
              <a:rPr lang="en-US" dirty="0" err="1"/>
              <a:t>TtM</a:t>
            </a:r>
            <a:r>
              <a:rPr lang="en-US" dirty="0"/>
              <a:t>: how quickly do you want this?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Depends on size of documentation and degree of learning required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But also company culture: quicker to set up a home-grown system or buy a full framework? 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dirty="0"/>
              <a:t>Customization: how much is needed?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related to </a:t>
            </a:r>
            <a:r>
              <a:rPr lang="en-US" dirty="0" err="1"/>
              <a:t>TtM</a:t>
            </a:r>
            <a:r>
              <a:rPr lang="en-US" dirty="0"/>
              <a:t> and “who does the work” 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Can you use an off-the-shelf solution? Or do you need custom integrations (with a PIM, doc database, …)?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How hard is it to extend the tool, and who can do it?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dirty="0"/>
              <a:t>Compromise: off-the-shelf vs. fully customized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Can you live with “non-perfect” docs for a while? Or should everything be in place before you switch?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Iterative approach of improving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dirty="0"/>
              <a:t>Migration: not needed if you start from scratch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Migrate existing docs (before switch or with next update?) or keep old docs as they are?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How difficult is the migration? (</a:t>
            </a:r>
            <a:r>
              <a:rPr lang="en-US" dirty="0" err="1"/>
              <a:t>pandoc</a:t>
            </a:r>
            <a:r>
              <a:rPr lang="en-US" dirty="0"/>
              <a:t>, custom scripting might help, CCMS often has import functionality)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29029-C33D-4EEC-9FD2-2B77EEC049A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9088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Onboard: CCMS users (external? </a:t>
            </a:r>
            <a:r>
              <a:rPr lang="en-US"/>
              <a:t>Licenses?) </a:t>
            </a:r>
            <a:r>
              <a:rPr lang="en-US" dirty="0"/>
              <a:t>vs. install all tools / you’re on vacation – is the web interface usable?</a:t>
            </a:r>
          </a:p>
          <a:p>
            <a:r>
              <a:rPr lang="en-US" dirty="0"/>
              <a:t>5 years: not sure about docs-as-code vs CCMS! BUT: </a:t>
            </a:r>
            <a:r>
              <a:rPr lang="en-US" dirty="0" err="1"/>
              <a:t>AsciiDoc</a:t>
            </a:r>
            <a:r>
              <a:rPr lang="en-US" dirty="0"/>
              <a:t>-&gt;</a:t>
            </a:r>
            <a:r>
              <a:rPr lang="en-US" dirty="0" err="1"/>
              <a:t>DocBook</a:t>
            </a:r>
            <a:r>
              <a:rPr lang="en-US" dirty="0"/>
              <a:t>-&gt;CCMS will work</a:t>
            </a:r>
          </a:p>
          <a:p>
            <a:endParaRPr lang="en-US" dirty="0"/>
          </a:p>
          <a:p>
            <a:r>
              <a:rPr lang="en-US" dirty="0"/>
              <a:t>-----</a:t>
            </a:r>
          </a:p>
          <a:p>
            <a:r>
              <a:rPr lang="en-US" dirty="0"/>
              <a:t>Contributors: writer team, other internal contributors, external contributors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Who will respond to “this doesn’t work” or “I have trouble setting it up”?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dirty="0"/>
              <a:t>Changes/fixes: something breaks (website is down, file is corrupt, merge went wrong) or there are new requirements (new document type, PDF footer change)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External contractor? Can you do it, or someone from your dev department?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What are the costs and the timeframe?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dirty="0"/>
              <a:t>Support: professional paid support, community support (forum), read/edit the code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dirty="0"/>
              <a:t>Onboarding: similar to learning curve for writing team, but based on different skills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SW </a:t>
            </a:r>
            <a:r>
              <a:rPr lang="en-US" dirty="0" err="1"/>
              <a:t>devs</a:t>
            </a:r>
            <a:r>
              <a:rPr lang="en-US" dirty="0"/>
              <a:t> might find a docs-as-code workflow simple, HW maybe not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A good, intuitive UI might be easy for everyone – but who does the user management?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How much setup is required for a one-off change – say the CTO spots a typo and wants to change it? (docs-as-code through Git web interface vs. CCMS with single-sign on), or you’re on vacation and so needs to back up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dirty="0"/>
          </a:p>
          <a:p>
            <a:pPr marL="0" indent="0">
              <a:buFont typeface="Symbol" panose="05050102010706020507" pitchFamily="18" charset="2"/>
              <a:buNone/>
            </a:pPr>
            <a:r>
              <a:rPr lang="en-US" dirty="0"/>
              <a:t>Long term: your team might grow or shrink, requirements might change (output format, go open-source)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Totally possible to start with docs-as-code and move to CCMS (consider migration costs)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Or move from CCMS to docs-as-code (consider export functionality and team skills)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dirty="0"/>
              <a:t>Exist: consider trends, some tools are rather niche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dirty="0"/>
              <a:t>Maintainer: avoid bus factor and highly home-grown tools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29029-C33D-4EEC-9FD2-2B77EEC049A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4087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 of time, out of questions ;)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29029-C33D-4EEC-9FD2-2B77EEC049A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708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6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6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6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6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6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6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6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6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6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6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6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6.emf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6.emf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DF90A-13D5-EE2B-1294-2F73FCF0C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948" y="2744924"/>
            <a:ext cx="5760777" cy="1692188"/>
          </a:xfrm>
        </p:spPr>
        <p:txBody>
          <a:bodyPr anchor="t">
            <a:normAutofit/>
          </a:bodyPr>
          <a:lstStyle>
            <a:lvl1pPr>
              <a:defRPr sz="7200" b="0">
                <a:solidFill>
                  <a:schemeClr val="bg1"/>
                </a:solidFill>
                <a:latin typeface="MarianinaFY-Regular" panose="020B060402020202020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03D080-F41D-4E42-98AB-3D15F7E8B060}"/>
              </a:ext>
            </a:extLst>
          </p:cNvPr>
          <p:cNvSpPr/>
          <p:nvPr/>
        </p:nvSpPr>
        <p:spPr>
          <a:xfrm>
            <a:off x="0" y="2893702"/>
            <a:ext cx="792088" cy="792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A3A33B-379E-0AD2-0DD7-6ACEF455D938}"/>
              </a:ext>
            </a:extLst>
          </p:cNvPr>
          <p:cNvSpPr/>
          <p:nvPr/>
        </p:nvSpPr>
        <p:spPr>
          <a:xfrm>
            <a:off x="1582727" y="6065912"/>
            <a:ext cx="792088" cy="792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59413F-E68C-823B-BB87-A3EB00EDF262}"/>
              </a:ext>
            </a:extLst>
          </p:cNvPr>
          <p:cNvSpPr/>
          <p:nvPr/>
        </p:nvSpPr>
        <p:spPr>
          <a:xfrm>
            <a:off x="790712" y="5272347"/>
            <a:ext cx="792088" cy="792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4C0274-1568-CADE-9738-1553029A78FB}"/>
              </a:ext>
            </a:extLst>
          </p:cNvPr>
          <p:cNvSpPr/>
          <p:nvPr/>
        </p:nvSpPr>
        <p:spPr>
          <a:xfrm>
            <a:off x="1582727" y="4480259"/>
            <a:ext cx="792088" cy="792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B31E3B-ADE8-6677-7932-1F65011642EB}"/>
              </a:ext>
            </a:extLst>
          </p:cNvPr>
          <p:cNvSpPr/>
          <p:nvPr/>
        </p:nvSpPr>
        <p:spPr>
          <a:xfrm>
            <a:off x="3167265" y="5273085"/>
            <a:ext cx="792088" cy="792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115DBC-6A99-57BF-AFD5-5DD1EEFBA1F0}"/>
              </a:ext>
            </a:extLst>
          </p:cNvPr>
          <p:cNvSpPr/>
          <p:nvPr/>
        </p:nvSpPr>
        <p:spPr>
          <a:xfrm>
            <a:off x="2375175" y="3687378"/>
            <a:ext cx="792088" cy="792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D0972B6-7186-7477-FA86-671ECF49949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27948" y="4904643"/>
            <a:ext cx="5760777" cy="1188182"/>
          </a:xfrm>
        </p:spPr>
        <p:txBody>
          <a:bodyPr/>
          <a:lstStyle>
            <a:lvl1pPr marL="0" indent="0">
              <a:buNone/>
              <a:defRPr sz="3200" cap="all" baseline="0">
                <a:solidFill>
                  <a:schemeClr val="accent2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SUBTITLE GOES HERE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8431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DF90A-13D5-EE2B-1294-2F73FCF0C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231" y="3177493"/>
            <a:ext cx="4988706" cy="1440000"/>
          </a:xfrm>
        </p:spPr>
        <p:txBody>
          <a:bodyPr anchor="t">
            <a:normAutofit/>
          </a:bodyPr>
          <a:lstStyle>
            <a:lvl1pPr>
              <a:defRPr sz="6000" b="0">
                <a:solidFill>
                  <a:schemeClr val="bg1"/>
                </a:solidFill>
                <a:latin typeface="MarianinaFY-Regular" panose="02000506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D0972B6-7186-7477-FA86-671ECF49949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1231" y="4977172"/>
            <a:ext cx="4988706" cy="1188182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accent2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SUBTITLE GOES HERE</a:t>
            </a:r>
            <a:endParaRPr lang="en-GB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366FEE94-47D1-B551-DB87-1432C232BF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2377795 h 6858000"/>
              <a:gd name="connsiteX5" fmla="*/ 792831 w 6096000"/>
              <a:gd name="connsiteY5" fmla="*/ 2377795 h 6858000"/>
              <a:gd name="connsiteX6" fmla="*/ 792831 w 6096000"/>
              <a:gd name="connsiteY6" fmla="*/ 1585707 h 6858000"/>
              <a:gd name="connsiteX7" fmla="*/ 0 w 6096000"/>
              <a:gd name="connsiteY7" fmla="*/ 158570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lnTo>
                  <a:pt x="0" y="2377795"/>
                </a:lnTo>
                <a:lnTo>
                  <a:pt x="792831" y="2377795"/>
                </a:lnTo>
                <a:lnTo>
                  <a:pt x="792831" y="1585707"/>
                </a:lnTo>
                <a:lnTo>
                  <a:pt x="0" y="158570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608C15-054D-4D12-5F90-3EC1FB352DC1}"/>
              </a:ext>
            </a:extLst>
          </p:cNvPr>
          <p:cNvSpPr/>
          <p:nvPr/>
        </p:nvSpPr>
        <p:spPr>
          <a:xfrm>
            <a:off x="5303552" y="1579489"/>
            <a:ext cx="792088" cy="792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571930-0264-6098-76D3-6D172DC6DB82}"/>
              </a:ext>
            </a:extLst>
          </p:cNvPr>
          <p:cNvSpPr/>
          <p:nvPr/>
        </p:nvSpPr>
        <p:spPr>
          <a:xfrm>
            <a:off x="4511537" y="785924"/>
            <a:ext cx="792088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D15C16-850A-81E3-ED26-90FF73CBD387}"/>
              </a:ext>
            </a:extLst>
          </p:cNvPr>
          <p:cNvSpPr/>
          <p:nvPr/>
        </p:nvSpPr>
        <p:spPr>
          <a:xfrm>
            <a:off x="5303552" y="-6164"/>
            <a:ext cx="792088" cy="792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97F1CF-AC6A-E364-770F-D365158015F4}"/>
              </a:ext>
            </a:extLst>
          </p:cNvPr>
          <p:cNvSpPr/>
          <p:nvPr/>
        </p:nvSpPr>
        <p:spPr>
          <a:xfrm>
            <a:off x="3721832" y="0"/>
            <a:ext cx="792088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AE30068-C7CC-4DED-16AD-C192F502EE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939" y="665076"/>
            <a:ext cx="778152" cy="459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8046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image V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D77E239-9C80-EC70-B4C2-D3D4F7511A1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0"/>
            <a:ext cx="6096000" cy="6858000"/>
          </a:xfrm>
          <a:custGeom>
            <a:avLst/>
            <a:gdLst>
              <a:gd name="connsiteX0" fmla="*/ 792087 w 6096000"/>
              <a:gd name="connsiteY0" fmla="*/ 793067 h 6858000"/>
              <a:gd name="connsiteX1" fmla="*/ 792087 w 6096000"/>
              <a:gd name="connsiteY1" fmla="*/ 1585155 h 6858000"/>
              <a:gd name="connsiteX2" fmla="*/ 1584175 w 6096000"/>
              <a:gd name="connsiteY2" fmla="*/ 1585155 h 6858000"/>
              <a:gd name="connsiteX3" fmla="*/ 1584175 w 6096000"/>
              <a:gd name="connsiteY3" fmla="*/ 793067 h 6858000"/>
              <a:gd name="connsiteX4" fmla="*/ 0 w 6096000"/>
              <a:gd name="connsiteY4" fmla="*/ 0 h 6858000"/>
              <a:gd name="connsiteX5" fmla="*/ 6096000 w 6096000"/>
              <a:gd name="connsiteY5" fmla="*/ 0 h 6858000"/>
              <a:gd name="connsiteX6" fmla="*/ 6096000 w 6096000"/>
              <a:gd name="connsiteY6" fmla="*/ 6858000 h 6858000"/>
              <a:gd name="connsiteX7" fmla="*/ 0 w 6096000"/>
              <a:gd name="connsiteY7" fmla="*/ 6858000 h 6858000"/>
              <a:gd name="connsiteX8" fmla="*/ 0 w 6096000"/>
              <a:gd name="connsiteY8" fmla="*/ 2378682 h 6858000"/>
              <a:gd name="connsiteX9" fmla="*/ 792087 w 6096000"/>
              <a:gd name="connsiteY9" fmla="*/ 2378682 h 6858000"/>
              <a:gd name="connsiteX10" fmla="*/ 792087 w 6096000"/>
              <a:gd name="connsiteY10" fmla="*/ 1586594 h 6858000"/>
              <a:gd name="connsiteX11" fmla="*/ 0 w 6096000"/>
              <a:gd name="connsiteY11" fmla="*/ 158659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096000" h="6858000">
                <a:moveTo>
                  <a:pt x="792087" y="793067"/>
                </a:moveTo>
                <a:lnTo>
                  <a:pt x="792087" y="1585155"/>
                </a:lnTo>
                <a:lnTo>
                  <a:pt x="1584175" y="1585155"/>
                </a:lnTo>
                <a:lnTo>
                  <a:pt x="1584175" y="793067"/>
                </a:lnTo>
                <a:close/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lnTo>
                  <a:pt x="0" y="2378682"/>
                </a:lnTo>
                <a:lnTo>
                  <a:pt x="792087" y="2378682"/>
                </a:lnTo>
                <a:lnTo>
                  <a:pt x="792087" y="1586594"/>
                </a:lnTo>
                <a:lnTo>
                  <a:pt x="0" y="158659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0DF90A-13D5-EE2B-1294-2F73FCF0C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231" y="3177493"/>
            <a:ext cx="4988706" cy="1440000"/>
          </a:xfrm>
        </p:spPr>
        <p:txBody>
          <a:bodyPr anchor="t">
            <a:normAutofit/>
          </a:bodyPr>
          <a:lstStyle>
            <a:lvl1pPr>
              <a:defRPr sz="6000" b="0">
                <a:solidFill>
                  <a:schemeClr val="tx2"/>
                </a:solidFill>
                <a:latin typeface="MarianinaFY-Regular" panose="02000506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D0972B6-7186-7477-FA86-671ECF49949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1231" y="4977172"/>
            <a:ext cx="4988706" cy="1188182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SUBTITLE GOES HERE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608C15-054D-4D12-5F90-3EC1FB352DC1}"/>
              </a:ext>
            </a:extLst>
          </p:cNvPr>
          <p:cNvSpPr/>
          <p:nvPr/>
        </p:nvSpPr>
        <p:spPr>
          <a:xfrm>
            <a:off x="5303732" y="2380122"/>
            <a:ext cx="792088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571930-0264-6098-76D3-6D172DC6DB82}"/>
              </a:ext>
            </a:extLst>
          </p:cNvPr>
          <p:cNvSpPr/>
          <p:nvPr/>
        </p:nvSpPr>
        <p:spPr>
          <a:xfrm>
            <a:off x="5303732" y="793067"/>
            <a:ext cx="792088" cy="7920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97F1CF-AC6A-E364-770F-D365158015F4}"/>
              </a:ext>
            </a:extLst>
          </p:cNvPr>
          <p:cNvSpPr/>
          <p:nvPr/>
        </p:nvSpPr>
        <p:spPr>
          <a:xfrm>
            <a:off x="4510025" y="0"/>
            <a:ext cx="792088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E3E9BB-ABCB-E5FB-B425-482807C21799}"/>
              </a:ext>
            </a:extLst>
          </p:cNvPr>
          <p:cNvSpPr/>
          <p:nvPr/>
        </p:nvSpPr>
        <p:spPr>
          <a:xfrm>
            <a:off x="6096000" y="1586595"/>
            <a:ext cx="792088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29CD7A6-70FC-9E97-9C0A-06D2BEC6C3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939" y="665076"/>
            <a:ext cx="778152" cy="459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292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AC2B4-D0FD-7FCB-5129-F7FA542CB4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39716" y="1556924"/>
            <a:ext cx="7849009" cy="1188000"/>
          </a:xfrm>
        </p:spPr>
        <p:txBody>
          <a:bodyPr/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Agenda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C2EAD5-5447-9D57-1462-7F731A3C85A5}"/>
              </a:ext>
            </a:extLst>
          </p:cNvPr>
          <p:cNvSpPr/>
          <p:nvPr/>
        </p:nvSpPr>
        <p:spPr>
          <a:xfrm>
            <a:off x="0" y="2240868"/>
            <a:ext cx="792088" cy="792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566258-BD99-DC97-0583-4B4869A014EB}"/>
              </a:ext>
            </a:extLst>
          </p:cNvPr>
          <p:cNvSpPr/>
          <p:nvPr/>
        </p:nvSpPr>
        <p:spPr>
          <a:xfrm>
            <a:off x="0" y="791182"/>
            <a:ext cx="792088" cy="792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FAB4EC-0E6D-B159-4111-119F41C4FCB1}"/>
              </a:ext>
            </a:extLst>
          </p:cNvPr>
          <p:cNvSpPr/>
          <p:nvPr/>
        </p:nvSpPr>
        <p:spPr>
          <a:xfrm>
            <a:off x="793887" y="0"/>
            <a:ext cx="792088" cy="792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9A91B0-4A55-02A4-0E17-DB3DC80FE040}"/>
              </a:ext>
            </a:extLst>
          </p:cNvPr>
          <p:cNvSpPr/>
          <p:nvPr/>
        </p:nvSpPr>
        <p:spPr>
          <a:xfrm>
            <a:off x="1587054" y="791182"/>
            <a:ext cx="792088" cy="792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9AEFCF-4747-5AFE-E056-53C8D090B61D}"/>
              </a:ext>
            </a:extLst>
          </p:cNvPr>
          <p:cNvSpPr/>
          <p:nvPr/>
        </p:nvSpPr>
        <p:spPr>
          <a:xfrm>
            <a:off x="793887" y="5274730"/>
            <a:ext cx="792088" cy="792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EB1F94-C4E6-D3E8-7E1E-D78F71E29267}"/>
              </a:ext>
            </a:extLst>
          </p:cNvPr>
          <p:cNvSpPr/>
          <p:nvPr/>
        </p:nvSpPr>
        <p:spPr>
          <a:xfrm>
            <a:off x="1587054" y="6065912"/>
            <a:ext cx="792088" cy="792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75140AA-81A0-F494-E985-B447501EB9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99599" y="3067426"/>
            <a:ext cx="3889126" cy="252027"/>
          </a:xfrm>
        </p:spPr>
        <p:txBody>
          <a:bodyPr tIns="3600"/>
          <a:lstStyle>
            <a:lvl1pPr marL="0" indent="0">
              <a:buNone/>
              <a:defRPr sz="1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6065C205-D336-FE9F-85B6-84A5FBCD6E5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99599" y="3463689"/>
            <a:ext cx="3889126" cy="252027"/>
          </a:xfrm>
        </p:spPr>
        <p:txBody>
          <a:bodyPr tIns="3600"/>
          <a:lstStyle>
            <a:lvl1pPr marL="0" indent="0">
              <a:buNone/>
              <a:defRPr sz="1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33A41238-5C4C-4983-17BD-1CDA24EBF7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99599" y="3859952"/>
            <a:ext cx="3889126" cy="252027"/>
          </a:xfrm>
        </p:spPr>
        <p:txBody>
          <a:bodyPr tIns="3600"/>
          <a:lstStyle>
            <a:lvl1pPr marL="0" indent="0">
              <a:buNone/>
              <a:defRPr sz="1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961EF31-8E09-A8D9-15B6-2DA6FCF3D9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99599" y="4256215"/>
            <a:ext cx="3889126" cy="252027"/>
          </a:xfrm>
        </p:spPr>
        <p:txBody>
          <a:bodyPr tIns="3600"/>
          <a:lstStyle>
            <a:lvl1pPr marL="0" indent="0">
              <a:buNone/>
              <a:defRPr sz="1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AE8E8011-B617-C4A9-4377-E26E5A450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99599" y="4652478"/>
            <a:ext cx="3889126" cy="252027"/>
          </a:xfrm>
        </p:spPr>
        <p:txBody>
          <a:bodyPr tIns="3600"/>
          <a:lstStyle>
            <a:lvl1pPr marL="0" indent="0">
              <a:buNone/>
              <a:defRPr sz="1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04438839-DC75-B274-925D-F8FD381449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99599" y="5048741"/>
            <a:ext cx="3889126" cy="252027"/>
          </a:xfrm>
        </p:spPr>
        <p:txBody>
          <a:bodyPr tIns="3600"/>
          <a:lstStyle>
            <a:lvl1pPr marL="0" indent="0">
              <a:buNone/>
              <a:defRPr sz="1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7E4633B8-B7ED-AEFD-68A4-2E9076295EF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99599" y="5445004"/>
            <a:ext cx="3889126" cy="252027"/>
          </a:xfrm>
        </p:spPr>
        <p:txBody>
          <a:bodyPr tIns="3600"/>
          <a:lstStyle>
            <a:lvl1pPr marL="0" indent="0">
              <a:buNone/>
              <a:defRPr sz="1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AA0BDB0C-8AAF-C6B3-CF4B-BEA08764F4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99599" y="5841269"/>
            <a:ext cx="3889126" cy="252027"/>
          </a:xfrm>
        </p:spPr>
        <p:txBody>
          <a:bodyPr tIns="3600"/>
          <a:lstStyle>
            <a:lvl1pPr marL="0" indent="0">
              <a:buNone/>
              <a:defRPr sz="1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55EB2024-B236-B419-6C3C-5E6ABF091B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64052" y="3067426"/>
            <a:ext cx="720080" cy="252027"/>
          </a:xfrm>
        </p:spPr>
        <p:txBody>
          <a:bodyPr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01</a:t>
            </a:r>
            <a:endParaRPr lang="en-GB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7CF98A9A-F693-157E-194E-920CE517CC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64052" y="3463689"/>
            <a:ext cx="720080" cy="252027"/>
          </a:xfrm>
        </p:spPr>
        <p:txBody>
          <a:bodyPr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02</a:t>
            </a:r>
            <a:endParaRPr lang="en-GB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56DEFB5D-709F-E2B9-563A-B67B041CEC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64052" y="3859952"/>
            <a:ext cx="720080" cy="252027"/>
          </a:xfrm>
        </p:spPr>
        <p:txBody>
          <a:bodyPr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03</a:t>
            </a:r>
            <a:endParaRPr lang="en-GB" dirty="0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86D9006E-636D-7F7D-83E3-91285E1B5D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64052" y="4256215"/>
            <a:ext cx="720080" cy="252027"/>
          </a:xfrm>
        </p:spPr>
        <p:txBody>
          <a:bodyPr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04</a:t>
            </a:r>
            <a:endParaRPr lang="en-GB" dirty="0"/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9F1C96F6-E7C8-C262-60FC-F3BFC363B66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64052" y="4652478"/>
            <a:ext cx="720080" cy="252027"/>
          </a:xfrm>
        </p:spPr>
        <p:txBody>
          <a:bodyPr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05</a:t>
            </a:r>
            <a:endParaRPr lang="en-GB" dirty="0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2293CCFE-E4A9-2273-C41D-5B6E12CAC61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64052" y="5048741"/>
            <a:ext cx="720080" cy="252027"/>
          </a:xfrm>
        </p:spPr>
        <p:txBody>
          <a:bodyPr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06</a:t>
            </a:r>
            <a:endParaRPr lang="en-GB" dirty="0"/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66153BF8-4532-DCE6-658C-86725AE716A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64052" y="5445004"/>
            <a:ext cx="720080" cy="252027"/>
          </a:xfrm>
        </p:spPr>
        <p:txBody>
          <a:bodyPr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07</a:t>
            </a:r>
            <a:endParaRPr lang="en-GB" dirty="0"/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8F903F85-6DB6-2074-CEEC-CBDFFC2F31C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64052" y="5841269"/>
            <a:ext cx="720080" cy="252027"/>
          </a:xfrm>
        </p:spPr>
        <p:txBody>
          <a:bodyPr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08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3175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V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AC2B4-D0FD-7FCB-5129-F7FA542CB4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39716" y="1556924"/>
            <a:ext cx="7849009" cy="1188000"/>
          </a:xfrm>
        </p:spPr>
        <p:txBody>
          <a:bodyPr/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Agenda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C2EAD5-5447-9D57-1462-7F731A3C85A5}"/>
              </a:ext>
            </a:extLst>
          </p:cNvPr>
          <p:cNvSpPr/>
          <p:nvPr/>
        </p:nvSpPr>
        <p:spPr>
          <a:xfrm>
            <a:off x="0" y="2240868"/>
            <a:ext cx="792088" cy="7920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566258-BD99-DC97-0583-4B4869A014EB}"/>
              </a:ext>
            </a:extLst>
          </p:cNvPr>
          <p:cNvSpPr/>
          <p:nvPr/>
        </p:nvSpPr>
        <p:spPr>
          <a:xfrm>
            <a:off x="0" y="791182"/>
            <a:ext cx="792088" cy="7920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FAB4EC-0E6D-B159-4111-119F41C4FCB1}"/>
              </a:ext>
            </a:extLst>
          </p:cNvPr>
          <p:cNvSpPr/>
          <p:nvPr/>
        </p:nvSpPr>
        <p:spPr>
          <a:xfrm>
            <a:off x="793887" y="0"/>
            <a:ext cx="792088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9A91B0-4A55-02A4-0E17-DB3DC80FE040}"/>
              </a:ext>
            </a:extLst>
          </p:cNvPr>
          <p:cNvSpPr/>
          <p:nvPr/>
        </p:nvSpPr>
        <p:spPr>
          <a:xfrm>
            <a:off x="1587054" y="791182"/>
            <a:ext cx="792088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9AEFCF-4747-5AFE-E056-53C8D090B61D}"/>
              </a:ext>
            </a:extLst>
          </p:cNvPr>
          <p:cNvSpPr/>
          <p:nvPr/>
        </p:nvSpPr>
        <p:spPr>
          <a:xfrm>
            <a:off x="793887" y="5274730"/>
            <a:ext cx="792088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EB1F94-C4E6-D3E8-7E1E-D78F71E29267}"/>
              </a:ext>
            </a:extLst>
          </p:cNvPr>
          <p:cNvSpPr/>
          <p:nvPr/>
        </p:nvSpPr>
        <p:spPr>
          <a:xfrm>
            <a:off x="1587054" y="6065912"/>
            <a:ext cx="792088" cy="7920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75140AA-81A0-F494-E985-B447501EB9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99599" y="3067426"/>
            <a:ext cx="3889126" cy="252027"/>
          </a:xfrm>
        </p:spPr>
        <p:txBody>
          <a:bodyPr tIns="3600"/>
          <a:lstStyle>
            <a:lvl1pPr marL="0" indent="0"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6065C205-D336-FE9F-85B6-84A5FBCD6E5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99599" y="3463689"/>
            <a:ext cx="3889126" cy="252027"/>
          </a:xfrm>
        </p:spPr>
        <p:txBody>
          <a:bodyPr tIns="3600"/>
          <a:lstStyle>
            <a:lvl1pPr marL="0" indent="0"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33A41238-5C4C-4983-17BD-1CDA24EBF7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99599" y="3859952"/>
            <a:ext cx="3889126" cy="252027"/>
          </a:xfrm>
        </p:spPr>
        <p:txBody>
          <a:bodyPr tIns="3600"/>
          <a:lstStyle>
            <a:lvl1pPr marL="0" indent="0"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961EF31-8E09-A8D9-15B6-2DA6FCF3D9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99599" y="4256215"/>
            <a:ext cx="3889126" cy="252027"/>
          </a:xfrm>
        </p:spPr>
        <p:txBody>
          <a:bodyPr tIns="3600"/>
          <a:lstStyle>
            <a:lvl1pPr marL="0" indent="0"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AE8E8011-B617-C4A9-4377-E26E5A450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99599" y="4652478"/>
            <a:ext cx="3889126" cy="252027"/>
          </a:xfrm>
        </p:spPr>
        <p:txBody>
          <a:bodyPr tIns="3600"/>
          <a:lstStyle>
            <a:lvl1pPr marL="0" indent="0"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04438839-DC75-B274-925D-F8FD381449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99599" y="5048741"/>
            <a:ext cx="3889126" cy="252027"/>
          </a:xfrm>
        </p:spPr>
        <p:txBody>
          <a:bodyPr tIns="3600"/>
          <a:lstStyle>
            <a:lvl1pPr marL="0" indent="0"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7E4633B8-B7ED-AEFD-68A4-2E9076295EF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99599" y="5445004"/>
            <a:ext cx="3889126" cy="252027"/>
          </a:xfrm>
        </p:spPr>
        <p:txBody>
          <a:bodyPr tIns="3600"/>
          <a:lstStyle>
            <a:lvl1pPr marL="0" indent="0"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AA0BDB0C-8AAF-C6B3-CF4B-BEA08764F4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99599" y="5841269"/>
            <a:ext cx="3889126" cy="252027"/>
          </a:xfrm>
        </p:spPr>
        <p:txBody>
          <a:bodyPr tIns="3600"/>
          <a:lstStyle>
            <a:lvl1pPr marL="0" indent="0"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55EB2024-B236-B419-6C3C-5E6ABF091B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64052" y="3067426"/>
            <a:ext cx="720080" cy="252027"/>
          </a:xfrm>
        </p:spPr>
        <p:txBody>
          <a:bodyPr/>
          <a:lstStyle>
            <a:lvl1pPr marL="0" indent="0" algn="r"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01</a:t>
            </a:r>
            <a:endParaRPr lang="en-GB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7CF98A9A-F693-157E-194E-920CE517CC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64052" y="3463689"/>
            <a:ext cx="720080" cy="252027"/>
          </a:xfrm>
        </p:spPr>
        <p:txBody>
          <a:bodyPr/>
          <a:lstStyle>
            <a:lvl1pPr marL="0" indent="0" algn="r"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02</a:t>
            </a:r>
            <a:endParaRPr lang="en-GB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56DEFB5D-709F-E2B9-563A-B67B041CEC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64052" y="3859952"/>
            <a:ext cx="720080" cy="252027"/>
          </a:xfrm>
        </p:spPr>
        <p:txBody>
          <a:bodyPr/>
          <a:lstStyle>
            <a:lvl1pPr marL="0" indent="0" algn="r"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03</a:t>
            </a:r>
            <a:endParaRPr lang="en-GB" dirty="0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86D9006E-636D-7F7D-83E3-91285E1B5D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64052" y="4256215"/>
            <a:ext cx="720080" cy="252027"/>
          </a:xfrm>
        </p:spPr>
        <p:txBody>
          <a:bodyPr/>
          <a:lstStyle>
            <a:lvl1pPr marL="0" indent="0" algn="r"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04</a:t>
            </a:r>
            <a:endParaRPr lang="en-GB" dirty="0"/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9F1C96F6-E7C8-C262-60FC-F3BFC363B66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64052" y="4652478"/>
            <a:ext cx="720080" cy="252027"/>
          </a:xfrm>
        </p:spPr>
        <p:txBody>
          <a:bodyPr/>
          <a:lstStyle>
            <a:lvl1pPr marL="0" indent="0" algn="r"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05</a:t>
            </a:r>
            <a:endParaRPr lang="en-GB" dirty="0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2293CCFE-E4A9-2273-C41D-5B6E12CAC61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64052" y="5048741"/>
            <a:ext cx="720080" cy="252027"/>
          </a:xfrm>
        </p:spPr>
        <p:txBody>
          <a:bodyPr/>
          <a:lstStyle>
            <a:lvl1pPr marL="0" indent="0" algn="r"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06</a:t>
            </a:r>
            <a:endParaRPr lang="en-GB" dirty="0"/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66153BF8-4532-DCE6-658C-86725AE716A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64052" y="5445004"/>
            <a:ext cx="720080" cy="252027"/>
          </a:xfrm>
        </p:spPr>
        <p:txBody>
          <a:bodyPr/>
          <a:lstStyle>
            <a:lvl1pPr marL="0" indent="0" algn="r"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07</a:t>
            </a:r>
            <a:endParaRPr lang="en-GB" dirty="0"/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8F903F85-6DB6-2074-CEEC-CBDFFC2F31C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64052" y="5841269"/>
            <a:ext cx="720080" cy="252027"/>
          </a:xfrm>
        </p:spPr>
        <p:txBody>
          <a:bodyPr/>
          <a:lstStyle>
            <a:lvl1pPr marL="0" indent="0" algn="r"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08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211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114ED30-3EDF-8D2F-1678-1B36F8D1E2D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0"/>
            <a:ext cx="6888088" cy="6858000"/>
          </a:xfrm>
          <a:custGeom>
            <a:avLst/>
            <a:gdLst>
              <a:gd name="connsiteX0" fmla="*/ 5306293 w 6888088"/>
              <a:gd name="connsiteY0" fmla="*/ 3284079 h 6858000"/>
              <a:gd name="connsiteX1" fmla="*/ 6096000 w 6888088"/>
              <a:gd name="connsiteY1" fmla="*/ 3284079 h 6858000"/>
              <a:gd name="connsiteX2" fmla="*/ 6096000 w 6888088"/>
              <a:gd name="connsiteY2" fmla="*/ 4074691 h 6858000"/>
              <a:gd name="connsiteX3" fmla="*/ 5306293 w 6888088"/>
              <a:gd name="connsiteY3" fmla="*/ 4074691 h 6858000"/>
              <a:gd name="connsiteX4" fmla="*/ 6098269 w 6888088"/>
              <a:gd name="connsiteY4" fmla="*/ 2491990 h 6858000"/>
              <a:gd name="connsiteX5" fmla="*/ 6888088 w 6888088"/>
              <a:gd name="connsiteY5" fmla="*/ 2491990 h 6858000"/>
              <a:gd name="connsiteX6" fmla="*/ 6888088 w 6888088"/>
              <a:gd name="connsiteY6" fmla="*/ 3284078 h 6858000"/>
              <a:gd name="connsiteX7" fmla="*/ 6098269 w 6888088"/>
              <a:gd name="connsiteY7" fmla="*/ 3284078 h 6858000"/>
              <a:gd name="connsiteX8" fmla="*/ 0 w 6888088"/>
              <a:gd name="connsiteY8" fmla="*/ 0 h 6858000"/>
              <a:gd name="connsiteX9" fmla="*/ 6096000 w 6888088"/>
              <a:gd name="connsiteY9" fmla="*/ 0 h 6858000"/>
              <a:gd name="connsiteX10" fmla="*/ 6096000 w 6888088"/>
              <a:gd name="connsiteY10" fmla="*/ 2491990 h 6858000"/>
              <a:gd name="connsiteX11" fmla="*/ 5306181 w 6888088"/>
              <a:gd name="connsiteY11" fmla="*/ 2491990 h 6858000"/>
              <a:gd name="connsiteX12" fmla="*/ 5306181 w 6888088"/>
              <a:gd name="connsiteY12" fmla="*/ 3282888 h 6858000"/>
              <a:gd name="connsiteX13" fmla="*/ 4514205 w 6888088"/>
              <a:gd name="connsiteY13" fmla="*/ 3282888 h 6858000"/>
              <a:gd name="connsiteX14" fmla="*/ 4514205 w 6888088"/>
              <a:gd name="connsiteY14" fmla="*/ 4074976 h 6858000"/>
              <a:gd name="connsiteX15" fmla="*/ 5306181 w 6888088"/>
              <a:gd name="connsiteY15" fmla="*/ 4074976 h 6858000"/>
              <a:gd name="connsiteX16" fmla="*/ 5306181 w 6888088"/>
              <a:gd name="connsiteY16" fmla="*/ 4866779 h 6858000"/>
              <a:gd name="connsiteX17" fmla="*/ 6096000 w 6888088"/>
              <a:gd name="connsiteY17" fmla="*/ 4866779 h 6858000"/>
              <a:gd name="connsiteX18" fmla="*/ 6096000 w 6888088"/>
              <a:gd name="connsiteY18" fmla="*/ 6858000 h 6858000"/>
              <a:gd name="connsiteX19" fmla="*/ 0 w 6888088"/>
              <a:gd name="connsiteY1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888088" h="6858000">
                <a:moveTo>
                  <a:pt x="5306293" y="3284079"/>
                </a:moveTo>
                <a:lnTo>
                  <a:pt x="6096000" y="3284079"/>
                </a:lnTo>
                <a:lnTo>
                  <a:pt x="6096000" y="4074691"/>
                </a:lnTo>
                <a:lnTo>
                  <a:pt x="5306293" y="4074691"/>
                </a:lnTo>
                <a:close/>
                <a:moveTo>
                  <a:pt x="6098269" y="2491990"/>
                </a:moveTo>
                <a:lnTo>
                  <a:pt x="6888088" y="2491990"/>
                </a:lnTo>
                <a:lnTo>
                  <a:pt x="6888088" y="3284078"/>
                </a:lnTo>
                <a:lnTo>
                  <a:pt x="6098269" y="3284078"/>
                </a:lnTo>
                <a:close/>
                <a:moveTo>
                  <a:pt x="0" y="0"/>
                </a:moveTo>
                <a:lnTo>
                  <a:pt x="6096000" y="0"/>
                </a:lnTo>
                <a:lnTo>
                  <a:pt x="6096000" y="2491990"/>
                </a:lnTo>
                <a:lnTo>
                  <a:pt x="5306181" y="2491990"/>
                </a:lnTo>
                <a:lnTo>
                  <a:pt x="5306181" y="3282888"/>
                </a:lnTo>
                <a:lnTo>
                  <a:pt x="4514205" y="3282888"/>
                </a:lnTo>
                <a:lnTo>
                  <a:pt x="4514205" y="4074976"/>
                </a:lnTo>
                <a:lnTo>
                  <a:pt x="5306181" y="4074976"/>
                </a:lnTo>
                <a:lnTo>
                  <a:pt x="5306181" y="4866779"/>
                </a:lnTo>
                <a:lnTo>
                  <a:pt x="6096000" y="4866779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bIns="684000" anchor="ctr">
            <a:noAutofit/>
          </a:bodyPr>
          <a:lstStyle>
            <a:lvl1pPr marL="0" indent="0" algn="ctr">
              <a:buNone/>
              <a:defRPr b="1"/>
            </a:lvl1pPr>
          </a:lstStyle>
          <a:p>
            <a:r>
              <a:rPr lang="en-GB" dirty="0"/>
              <a:t>IMAGE PLACEHOLDER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A87DF5A-B8FF-C6E5-8726-7E2336EEEC65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3284078 h 6858000"/>
              <a:gd name="connsiteX5" fmla="*/ 792088 w 6096000"/>
              <a:gd name="connsiteY5" fmla="*/ 3284078 h 6858000"/>
              <a:gd name="connsiteX6" fmla="*/ 792088 w 6096000"/>
              <a:gd name="connsiteY6" fmla="*/ 2491990 h 6858000"/>
              <a:gd name="connsiteX7" fmla="*/ 0 w 6096000"/>
              <a:gd name="connsiteY7" fmla="*/ 249199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lnTo>
                  <a:pt x="0" y="3284078"/>
                </a:lnTo>
                <a:lnTo>
                  <a:pt x="792088" y="3284078"/>
                </a:lnTo>
                <a:lnTo>
                  <a:pt x="792088" y="2491990"/>
                </a:lnTo>
                <a:lnTo>
                  <a:pt x="0" y="24919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524856-62D2-719B-E7C8-3ECF69F93BDA}"/>
              </a:ext>
            </a:extLst>
          </p:cNvPr>
          <p:cNvSpPr/>
          <p:nvPr/>
        </p:nvSpPr>
        <p:spPr>
          <a:xfrm>
            <a:off x="6096000" y="1700808"/>
            <a:ext cx="792088" cy="792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4734E5-CDD1-79EE-037E-C915FB7D51ED}"/>
              </a:ext>
            </a:extLst>
          </p:cNvPr>
          <p:cNvSpPr/>
          <p:nvPr/>
        </p:nvSpPr>
        <p:spPr>
          <a:xfrm>
            <a:off x="6889167" y="2491990"/>
            <a:ext cx="792088" cy="792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8A34C0-745F-55BB-2162-E5B783E75205}"/>
              </a:ext>
            </a:extLst>
          </p:cNvPr>
          <p:cNvSpPr/>
          <p:nvPr/>
        </p:nvSpPr>
        <p:spPr>
          <a:xfrm>
            <a:off x="5306181" y="2491990"/>
            <a:ext cx="792088" cy="792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A7183A-2FFC-8069-9BCD-5E1BE1F3B094}"/>
              </a:ext>
            </a:extLst>
          </p:cNvPr>
          <p:cNvSpPr/>
          <p:nvPr/>
        </p:nvSpPr>
        <p:spPr>
          <a:xfrm>
            <a:off x="4514205" y="3282888"/>
            <a:ext cx="792088" cy="792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43E6F4-2510-F5D3-C35F-A3545702E618}"/>
              </a:ext>
            </a:extLst>
          </p:cNvPr>
          <p:cNvSpPr/>
          <p:nvPr/>
        </p:nvSpPr>
        <p:spPr>
          <a:xfrm>
            <a:off x="5306181" y="4074691"/>
            <a:ext cx="792088" cy="792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B978DA58-CAB2-3D56-C0A5-C1FE7E5CD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0176" y="3717032"/>
            <a:ext cx="3708549" cy="1188000"/>
          </a:xfrm>
        </p:spPr>
        <p:txBody>
          <a:bodyPr anchor="t"/>
          <a:lstStyle>
            <a:lvl1pPr>
              <a:defRPr sz="4000" b="0"/>
            </a:lvl1pPr>
          </a:lstStyle>
          <a:p>
            <a:r>
              <a:rPr lang="en-US" dirty="0"/>
              <a:t>Divider title</a:t>
            </a:r>
            <a:endParaRPr lang="en-GB" dirty="0"/>
          </a:p>
        </p:txBody>
      </p:sp>
      <p:sp>
        <p:nvSpPr>
          <p:cNvPr id="42" name="Text Placeholder 5">
            <a:extLst>
              <a:ext uri="{FF2B5EF4-FFF2-40B4-BE49-F238E27FC236}">
                <a16:creationId xmlns:a16="http://schemas.microsoft.com/office/drawing/2014/main" id="{8C1E72CA-DFBB-DBA5-6C52-BE56238025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08068" y="3717032"/>
            <a:ext cx="720080" cy="1188000"/>
          </a:xfrm>
        </p:spPr>
        <p:txBody>
          <a:bodyPr tIns="10800" anchor="t"/>
          <a:lstStyle>
            <a:lvl1pPr marL="0" indent="0" algn="r">
              <a:buNone/>
              <a:defRPr sz="3700" b="1">
                <a:solidFill>
                  <a:schemeClr val="tx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01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1C31149-79BC-5DF1-A37C-B78ECC6AB5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939" y="665076"/>
            <a:ext cx="778152" cy="459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981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483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9C5F9F7-3F56-1445-D395-C3686C64072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0"/>
            <a:ext cx="6888088" cy="6858000"/>
          </a:xfrm>
          <a:custGeom>
            <a:avLst/>
            <a:gdLst>
              <a:gd name="connsiteX0" fmla="*/ 3721836 w 6888088"/>
              <a:gd name="connsiteY0" fmla="*/ 2531943 h 6858000"/>
              <a:gd name="connsiteX1" fmla="*/ 3721836 w 6888088"/>
              <a:gd name="connsiteY1" fmla="*/ 3324030 h 6858000"/>
              <a:gd name="connsiteX2" fmla="*/ 4513924 w 6888088"/>
              <a:gd name="connsiteY2" fmla="*/ 3324030 h 6858000"/>
              <a:gd name="connsiteX3" fmla="*/ 4513924 w 6888088"/>
              <a:gd name="connsiteY3" fmla="*/ 2531943 h 6858000"/>
              <a:gd name="connsiteX4" fmla="*/ 5303800 w 6888088"/>
              <a:gd name="connsiteY4" fmla="*/ 2531942 h 6858000"/>
              <a:gd name="connsiteX5" fmla="*/ 5303800 w 6888088"/>
              <a:gd name="connsiteY5" fmla="*/ 3322841 h 6858000"/>
              <a:gd name="connsiteX6" fmla="*/ 4514205 w 6888088"/>
              <a:gd name="connsiteY6" fmla="*/ 3322841 h 6858000"/>
              <a:gd name="connsiteX7" fmla="*/ 4514205 w 6888088"/>
              <a:gd name="connsiteY7" fmla="*/ 4114928 h 6858000"/>
              <a:gd name="connsiteX8" fmla="*/ 5306293 w 6888088"/>
              <a:gd name="connsiteY8" fmla="*/ 4114928 h 6858000"/>
              <a:gd name="connsiteX9" fmla="*/ 5306293 w 6888088"/>
              <a:gd name="connsiteY9" fmla="*/ 3324030 h 6858000"/>
              <a:gd name="connsiteX10" fmla="*/ 6095889 w 6888088"/>
              <a:gd name="connsiteY10" fmla="*/ 3324030 h 6858000"/>
              <a:gd name="connsiteX11" fmla="*/ 6095889 w 6888088"/>
              <a:gd name="connsiteY11" fmla="*/ 2531942 h 6858000"/>
              <a:gd name="connsiteX12" fmla="*/ 0 w 6888088"/>
              <a:gd name="connsiteY12" fmla="*/ 0 h 6858000"/>
              <a:gd name="connsiteX13" fmla="*/ 6096000 w 6888088"/>
              <a:gd name="connsiteY13" fmla="*/ 0 h 6858000"/>
              <a:gd name="connsiteX14" fmla="*/ 6096000 w 6888088"/>
              <a:gd name="connsiteY14" fmla="*/ 1736812 h 6858000"/>
              <a:gd name="connsiteX15" fmla="*/ 6888088 w 6888088"/>
              <a:gd name="connsiteY15" fmla="*/ 1736812 h 6858000"/>
              <a:gd name="connsiteX16" fmla="*/ 6888088 w 6888088"/>
              <a:gd name="connsiteY16" fmla="*/ 2528900 h 6858000"/>
              <a:gd name="connsiteX17" fmla="*/ 6096000 w 6888088"/>
              <a:gd name="connsiteY17" fmla="*/ 2528900 h 6858000"/>
              <a:gd name="connsiteX18" fmla="*/ 6096000 w 6888088"/>
              <a:gd name="connsiteY18" fmla="*/ 4905164 h 6858000"/>
              <a:gd name="connsiteX19" fmla="*/ 5306181 w 6888088"/>
              <a:gd name="connsiteY19" fmla="*/ 4905164 h 6858000"/>
              <a:gd name="connsiteX20" fmla="*/ 5306181 w 6888088"/>
              <a:gd name="connsiteY20" fmla="*/ 5697252 h 6858000"/>
              <a:gd name="connsiteX21" fmla="*/ 6096000 w 6888088"/>
              <a:gd name="connsiteY21" fmla="*/ 5697252 h 6858000"/>
              <a:gd name="connsiteX22" fmla="*/ 6096000 w 6888088"/>
              <a:gd name="connsiteY22" fmla="*/ 6858000 h 6858000"/>
              <a:gd name="connsiteX23" fmla="*/ 0 w 6888088"/>
              <a:gd name="connsiteY2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888088" h="6858000">
                <a:moveTo>
                  <a:pt x="3721836" y="2531943"/>
                </a:moveTo>
                <a:lnTo>
                  <a:pt x="3721836" y="3324030"/>
                </a:lnTo>
                <a:lnTo>
                  <a:pt x="4513924" y="3324030"/>
                </a:lnTo>
                <a:lnTo>
                  <a:pt x="4513924" y="2531943"/>
                </a:lnTo>
                <a:close/>
                <a:moveTo>
                  <a:pt x="5303800" y="2531942"/>
                </a:moveTo>
                <a:lnTo>
                  <a:pt x="5303800" y="3322841"/>
                </a:lnTo>
                <a:lnTo>
                  <a:pt x="4514205" y="3322841"/>
                </a:lnTo>
                <a:lnTo>
                  <a:pt x="4514205" y="4114928"/>
                </a:lnTo>
                <a:lnTo>
                  <a:pt x="5306293" y="4114928"/>
                </a:lnTo>
                <a:lnTo>
                  <a:pt x="5306293" y="3324030"/>
                </a:lnTo>
                <a:lnTo>
                  <a:pt x="6095889" y="3324030"/>
                </a:lnTo>
                <a:lnTo>
                  <a:pt x="6095889" y="2531942"/>
                </a:lnTo>
                <a:close/>
                <a:moveTo>
                  <a:pt x="0" y="0"/>
                </a:moveTo>
                <a:lnTo>
                  <a:pt x="6096000" y="0"/>
                </a:lnTo>
                <a:lnTo>
                  <a:pt x="6096000" y="1736812"/>
                </a:lnTo>
                <a:lnTo>
                  <a:pt x="6888088" y="1736812"/>
                </a:lnTo>
                <a:lnTo>
                  <a:pt x="6888088" y="2528900"/>
                </a:lnTo>
                <a:lnTo>
                  <a:pt x="6096000" y="2528900"/>
                </a:lnTo>
                <a:lnTo>
                  <a:pt x="6096000" y="4905164"/>
                </a:lnTo>
                <a:lnTo>
                  <a:pt x="5306181" y="4905164"/>
                </a:lnTo>
                <a:lnTo>
                  <a:pt x="5306181" y="5697252"/>
                </a:lnTo>
                <a:lnTo>
                  <a:pt x="6096000" y="5697252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bIns="684000" anchor="ctr">
            <a:noAutofit/>
          </a:bodyPr>
          <a:lstStyle>
            <a:lvl1pPr marL="0" indent="0" algn="ctr">
              <a:buNone/>
              <a:defRPr b="1"/>
            </a:lvl1pPr>
          </a:lstStyle>
          <a:p>
            <a:r>
              <a:rPr lang="en-GB" dirty="0"/>
              <a:t>IMAGE PLACEHOLDER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3A95102-7A98-BC4E-C621-768B4C7D3BF4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2528900 h 6858000"/>
              <a:gd name="connsiteX5" fmla="*/ 792088 w 6096000"/>
              <a:gd name="connsiteY5" fmla="*/ 2528900 h 6858000"/>
              <a:gd name="connsiteX6" fmla="*/ 792088 w 6096000"/>
              <a:gd name="connsiteY6" fmla="*/ 1736812 h 6858000"/>
              <a:gd name="connsiteX7" fmla="*/ 0 w 6096000"/>
              <a:gd name="connsiteY7" fmla="*/ 173681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lnTo>
                  <a:pt x="0" y="2528900"/>
                </a:lnTo>
                <a:lnTo>
                  <a:pt x="792088" y="2528900"/>
                </a:lnTo>
                <a:lnTo>
                  <a:pt x="792088" y="1736812"/>
                </a:lnTo>
                <a:lnTo>
                  <a:pt x="0" y="173681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80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A9B8F2-7C64-1AEE-3A89-30281F9201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0176" y="3717032"/>
            <a:ext cx="3708549" cy="1188000"/>
          </a:xfrm>
        </p:spPr>
        <p:txBody>
          <a:bodyPr anchor="t"/>
          <a:lstStyle>
            <a:lvl1pPr>
              <a:defRPr sz="4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</a:t>
            </a:r>
            <a:endParaRPr lang="en-GB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4106D66C-9BCF-52A6-1D64-C69AD9F680E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08068" y="3717032"/>
            <a:ext cx="720080" cy="1188000"/>
          </a:xfrm>
        </p:spPr>
        <p:txBody>
          <a:bodyPr tIns="10800" anchor="t"/>
          <a:lstStyle>
            <a:lvl1pPr marL="0" indent="0" algn="r">
              <a:buNone/>
              <a:defRPr sz="3700" b="1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02</a:t>
            </a:r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9F0F2C1-36E6-3D0D-F3B4-5BB52CEFAECA}"/>
              </a:ext>
            </a:extLst>
          </p:cNvPr>
          <p:cNvGrpSpPr/>
          <p:nvPr/>
        </p:nvGrpSpPr>
        <p:grpSpPr>
          <a:xfrm>
            <a:off x="3721836" y="2531942"/>
            <a:ext cx="2376433" cy="3165310"/>
            <a:chOff x="3721836" y="2531942"/>
            <a:chExt cx="2376433" cy="316531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48A34C0-745F-55BB-2162-E5B783E75205}"/>
                </a:ext>
              </a:extLst>
            </p:cNvPr>
            <p:cNvSpPr/>
            <p:nvPr/>
          </p:nvSpPr>
          <p:spPr>
            <a:xfrm>
              <a:off x="5303800" y="2531942"/>
              <a:ext cx="792088" cy="7920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7A7183A-2FFC-8069-9BCD-5E1BE1F3B094}"/>
                </a:ext>
              </a:extLst>
            </p:cNvPr>
            <p:cNvSpPr/>
            <p:nvPr/>
          </p:nvSpPr>
          <p:spPr>
            <a:xfrm>
              <a:off x="4514205" y="3322840"/>
              <a:ext cx="792088" cy="7920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014ADA0-6B34-6AD1-1D24-64E57A8A4D09}"/>
                </a:ext>
              </a:extLst>
            </p:cNvPr>
            <p:cNvSpPr/>
            <p:nvPr/>
          </p:nvSpPr>
          <p:spPr>
            <a:xfrm>
              <a:off x="3721836" y="2531942"/>
              <a:ext cx="792088" cy="7920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197FB8A-E2D5-54EF-1FC7-230DB13C03A4}"/>
                </a:ext>
              </a:extLst>
            </p:cNvPr>
            <p:cNvSpPr/>
            <p:nvPr/>
          </p:nvSpPr>
          <p:spPr>
            <a:xfrm>
              <a:off x="5306181" y="4905164"/>
              <a:ext cx="792088" cy="7920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4C496E86-9D2B-644F-4711-5AFA207D36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939" y="665076"/>
            <a:ext cx="778152" cy="459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24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4838">
          <p15:clr>
            <a:srgbClr val="FBAE40"/>
          </p15:clr>
        </p15:guide>
        <p15:guide id="3" pos="422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1F61107A-E450-C0FA-B7BA-32A867427DB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0"/>
            <a:ext cx="7680325" cy="6858000"/>
          </a:xfrm>
          <a:custGeom>
            <a:avLst/>
            <a:gdLst>
              <a:gd name="connsiteX0" fmla="*/ 5306293 w 7680325"/>
              <a:gd name="connsiteY0" fmla="*/ 3284079 h 6858000"/>
              <a:gd name="connsiteX1" fmla="*/ 6096000 w 7680325"/>
              <a:gd name="connsiteY1" fmla="*/ 3284079 h 6858000"/>
              <a:gd name="connsiteX2" fmla="*/ 6096000 w 7680325"/>
              <a:gd name="connsiteY2" fmla="*/ 4074691 h 6858000"/>
              <a:gd name="connsiteX3" fmla="*/ 5306293 w 7680325"/>
              <a:gd name="connsiteY3" fmla="*/ 4074691 h 6858000"/>
              <a:gd name="connsiteX4" fmla="*/ 6098269 w 7680325"/>
              <a:gd name="connsiteY4" fmla="*/ 2491990 h 6858000"/>
              <a:gd name="connsiteX5" fmla="*/ 6888088 w 7680325"/>
              <a:gd name="connsiteY5" fmla="*/ 2491990 h 6858000"/>
              <a:gd name="connsiteX6" fmla="*/ 6888088 w 7680325"/>
              <a:gd name="connsiteY6" fmla="*/ 3284078 h 6858000"/>
              <a:gd name="connsiteX7" fmla="*/ 6098269 w 7680325"/>
              <a:gd name="connsiteY7" fmla="*/ 3284078 h 6858000"/>
              <a:gd name="connsiteX8" fmla="*/ 6889539 w 7680325"/>
              <a:gd name="connsiteY8" fmla="*/ 1700808 h 6858000"/>
              <a:gd name="connsiteX9" fmla="*/ 7680325 w 7680325"/>
              <a:gd name="connsiteY9" fmla="*/ 1700808 h 6858000"/>
              <a:gd name="connsiteX10" fmla="*/ 7680325 w 7680325"/>
              <a:gd name="connsiteY10" fmla="*/ 2492896 h 6858000"/>
              <a:gd name="connsiteX11" fmla="*/ 6889539 w 7680325"/>
              <a:gd name="connsiteY11" fmla="*/ 2492896 h 6858000"/>
              <a:gd name="connsiteX12" fmla="*/ 0 w 7680325"/>
              <a:gd name="connsiteY12" fmla="*/ 0 h 6858000"/>
              <a:gd name="connsiteX13" fmla="*/ 6096000 w 7680325"/>
              <a:gd name="connsiteY13" fmla="*/ 0 h 6858000"/>
              <a:gd name="connsiteX14" fmla="*/ 6096000 w 7680325"/>
              <a:gd name="connsiteY14" fmla="*/ 2491990 h 6858000"/>
              <a:gd name="connsiteX15" fmla="*/ 5306181 w 7680325"/>
              <a:gd name="connsiteY15" fmla="*/ 2491990 h 6858000"/>
              <a:gd name="connsiteX16" fmla="*/ 5306181 w 7680325"/>
              <a:gd name="connsiteY16" fmla="*/ 3282888 h 6858000"/>
              <a:gd name="connsiteX17" fmla="*/ 4514205 w 7680325"/>
              <a:gd name="connsiteY17" fmla="*/ 3282888 h 6858000"/>
              <a:gd name="connsiteX18" fmla="*/ 4514205 w 7680325"/>
              <a:gd name="connsiteY18" fmla="*/ 4074976 h 6858000"/>
              <a:gd name="connsiteX19" fmla="*/ 5306181 w 7680325"/>
              <a:gd name="connsiteY19" fmla="*/ 4074976 h 6858000"/>
              <a:gd name="connsiteX20" fmla="*/ 5306181 w 7680325"/>
              <a:gd name="connsiteY20" fmla="*/ 4866779 h 6858000"/>
              <a:gd name="connsiteX21" fmla="*/ 6096000 w 7680325"/>
              <a:gd name="connsiteY21" fmla="*/ 4866779 h 6858000"/>
              <a:gd name="connsiteX22" fmla="*/ 6096000 w 7680325"/>
              <a:gd name="connsiteY22" fmla="*/ 6858000 h 6858000"/>
              <a:gd name="connsiteX23" fmla="*/ 0 w 7680325"/>
              <a:gd name="connsiteY2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680325" h="6858000">
                <a:moveTo>
                  <a:pt x="5306293" y="3284079"/>
                </a:moveTo>
                <a:lnTo>
                  <a:pt x="6096000" y="3284079"/>
                </a:lnTo>
                <a:lnTo>
                  <a:pt x="6096000" y="4074691"/>
                </a:lnTo>
                <a:lnTo>
                  <a:pt x="5306293" y="4074691"/>
                </a:lnTo>
                <a:close/>
                <a:moveTo>
                  <a:pt x="6098269" y="2491990"/>
                </a:moveTo>
                <a:lnTo>
                  <a:pt x="6888088" y="2491990"/>
                </a:lnTo>
                <a:lnTo>
                  <a:pt x="6888088" y="3284078"/>
                </a:lnTo>
                <a:lnTo>
                  <a:pt x="6098269" y="3284078"/>
                </a:lnTo>
                <a:close/>
                <a:moveTo>
                  <a:pt x="6889539" y="1700808"/>
                </a:moveTo>
                <a:lnTo>
                  <a:pt x="7680325" y="1700808"/>
                </a:lnTo>
                <a:lnTo>
                  <a:pt x="7680325" y="2492896"/>
                </a:lnTo>
                <a:lnTo>
                  <a:pt x="6889539" y="2492896"/>
                </a:lnTo>
                <a:close/>
                <a:moveTo>
                  <a:pt x="0" y="0"/>
                </a:moveTo>
                <a:lnTo>
                  <a:pt x="6096000" y="0"/>
                </a:lnTo>
                <a:lnTo>
                  <a:pt x="6096000" y="2491990"/>
                </a:lnTo>
                <a:lnTo>
                  <a:pt x="5306181" y="2491990"/>
                </a:lnTo>
                <a:lnTo>
                  <a:pt x="5306181" y="3282888"/>
                </a:lnTo>
                <a:lnTo>
                  <a:pt x="4514205" y="3282888"/>
                </a:lnTo>
                <a:lnTo>
                  <a:pt x="4514205" y="4074976"/>
                </a:lnTo>
                <a:lnTo>
                  <a:pt x="5306181" y="4074976"/>
                </a:lnTo>
                <a:lnTo>
                  <a:pt x="5306181" y="4866779"/>
                </a:lnTo>
                <a:lnTo>
                  <a:pt x="6096000" y="4866779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bIns="684000" anchor="ctr">
            <a:noAutofit/>
          </a:bodyPr>
          <a:lstStyle>
            <a:lvl1pPr marL="0" indent="0" algn="ctr">
              <a:buNone/>
              <a:defRPr b="1"/>
            </a:lvl1pPr>
          </a:lstStyle>
          <a:p>
            <a:r>
              <a:rPr lang="en-GB" dirty="0"/>
              <a:t>IMAGE PLACEHOLDER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FF35E89-41F6-60E0-134D-333427071CF8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custGeom>
            <a:avLst/>
            <a:gdLst>
              <a:gd name="connsiteX0" fmla="*/ 793539 w 6096000"/>
              <a:gd name="connsiteY0" fmla="*/ 1700808 h 6858000"/>
              <a:gd name="connsiteX1" fmla="*/ 793539 w 6096000"/>
              <a:gd name="connsiteY1" fmla="*/ 2492896 h 6858000"/>
              <a:gd name="connsiteX2" fmla="*/ 1585627 w 6096000"/>
              <a:gd name="connsiteY2" fmla="*/ 2492896 h 6858000"/>
              <a:gd name="connsiteX3" fmla="*/ 1585627 w 6096000"/>
              <a:gd name="connsiteY3" fmla="*/ 1700808 h 6858000"/>
              <a:gd name="connsiteX4" fmla="*/ 0 w 6096000"/>
              <a:gd name="connsiteY4" fmla="*/ 0 h 6858000"/>
              <a:gd name="connsiteX5" fmla="*/ 6096000 w 6096000"/>
              <a:gd name="connsiteY5" fmla="*/ 0 h 6858000"/>
              <a:gd name="connsiteX6" fmla="*/ 6096000 w 6096000"/>
              <a:gd name="connsiteY6" fmla="*/ 6858000 h 6858000"/>
              <a:gd name="connsiteX7" fmla="*/ 0 w 6096000"/>
              <a:gd name="connsiteY7" fmla="*/ 6858000 h 6858000"/>
              <a:gd name="connsiteX8" fmla="*/ 0 w 6096000"/>
              <a:gd name="connsiteY8" fmla="*/ 3284078 h 6858000"/>
              <a:gd name="connsiteX9" fmla="*/ 792088 w 6096000"/>
              <a:gd name="connsiteY9" fmla="*/ 3284078 h 6858000"/>
              <a:gd name="connsiteX10" fmla="*/ 792088 w 6096000"/>
              <a:gd name="connsiteY10" fmla="*/ 2491990 h 6858000"/>
              <a:gd name="connsiteX11" fmla="*/ 0 w 6096000"/>
              <a:gd name="connsiteY11" fmla="*/ 249199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096000" h="6858000">
                <a:moveTo>
                  <a:pt x="793539" y="1700808"/>
                </a:moveTo>
                <a:lnTo>
                  <a:pt x="793539" y="2492896"/>
                </a:lnTo>
                <a:lnTo>
                  <a:pt x="1585627" y="2492896"/>
                </a:lnTo>
                <a:lnTo>
                  <a:pt x="1585627" y="1700808"/>
                </a:lnTo>
                <a:close/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lnTo>
                  <a:pt x="0" y="3284078"/>
                </a:lnTo>
                <a:lnTo>
                  <a:pt x="792088" y="3284078"/>
                </a:lnTo>
                <a:lnTo>
                  <a:pt x="792088" y="2491990"/>
                </a:lnTo>
                <a:lnTo>
                  <a:pt x="0" y="249199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80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A9B8F2-7C64-1AEE-3A89-30281F9201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0176" y="3717032"/>
            <a:ext cx="3708549" cy="1188000"/>
          </a:xfrm>
        </p:spPr>
        <p:txBody>
          <a:bodyPr anchor="t"/>
          <a:lstStyle>
            <a:lvl1pPr>
              <a:defRPr sz="4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</a:t>
            </a:r>
            <a:endParaRPr lang="en-GB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4106D66C-9BCF-52A6-1D64-C69AD9F680E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08068" y="3717032"/>
            <a:ext cx="720080" cy="1188000"/>
          </a:xfrm>
        </p:spPr>
        <p:txBody>
          <a:bodyPr tIns="10800" anchor="t"/>
          <a:lstStyle>
            <a:lvl1pPr marL="0" indent="0" algn="r">
              <a:buNone/>
              <a:defRPr sz="3700" b="1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03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0096BF-8622-A927-F64F-A807CDACC543}"/>
              </a:ext>
            </a:extLst>
          </p:cNvPr>
          <p:cNvSpPr/>
          <p:nvPr/>
        </p:nvSpPr>
        <p:spPr>
          <a:xfrm>
            <a:off x="5306181" y="2491990"/>
            <a:ext cx="792088" cy="7920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76B6D4-46A4-563B-A3E5-2DEFA20522DC}"/>
              </a:ext>
            </a:extLst>
          </p:cNvPr>
          <p:cNvSpPr/>
          <p:nvPr/>
        </p:nvSpPr>
        <p:spPr>
          <a:xfrm>
            <a:off x="4514205" y="3282888"/>
            <a:ext cx="792088" cy="7920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E88B06-040F-EBE1-41AE-D51EAC05FA29}"/>
              </a:ext>
            </a:extLst>
          </p:cNvPr>
          <p:cNvSpPr/>
          <p:nvPr/>
        </p:nvSpPr>
        <p:spPr>
          <a:xfrm>
            <a:off x="5306181" y="4074691"/>
            <a:ext cx="792088" cy="7920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247D0735-3216-DFFA-2790-6601DA797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939" y="665076"/>
            <a:ext cx="778152" cy="459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083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4838">
          <p15:clr>
            <a:srgbClr val="FBAE40"/>
          </p15:clr>
        </p15:guide>
        <p15:guide id="3" pos="422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71E65F1-38A2-0341-B427-8EA0FDD2D35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0"/>
            <a:ext cx="6888088" cy="6858000"/>
          </a:xfrm>
          <a:custGeom>
            <a:avLst/>
            <a:gdLst>
              <a:gd name="connsiteX0" fmla="*/ 3721836 w 6888088"/>
              <a:gd name="connsiteY0" fmla="*/ 3165067 h 6858000"/>
              <a:gd name="connsiteX1" fmla="*/ 3721836 w 6888088"/>
              <a:gd name="connsiteY1" fmla="*/ 3957155 h 6858000"/>
              <a:gd name="connsiteX2" fmla="*/ 4513924 w 6888088"/>
              <a:gd name="connsiteY2" fmla="*/ 3957155 h 6858000"/>
              <a:gd name="connsiteX3" fmla="*/ 4513924 w 6888088"/>
              <a:gd name="connsiteY3" fmla="*/ 3165067 h 6858000"/>
              <a:gd name="connsiteX4" fmla="*/ 5306293 w 6888088"/>
              <a:gd name="connsiteY4" fmla="*/ 1583271 h 6858000"/>
              <a:gd name="connsiteX5" fmla="*/ 6096000 w 6888088"/>
              <a:gd name="connsiteY5" fmla="*/ 1583271 h 6858000"/>
              <a:gd name="connsiteX6" fmla="*/ 6096000 w 6888088"/>
              <a:gd name="connsiteY6" fmla="*/ 2372184 h 6858000"/>
              <a:gd name="connsiteX7" fmla="*/ 5306293 w 6888088"/>
              <a:gd name="connsiteY7" fmla="*/ 2372184 h 6858000"/>
              <a:gd name="connsiteX8" fmla="*/ 6098269 w 6888088"/>
              <a:gd name="connsiteY8" fmla="*/ 791182 h 6858000"/>
              <a:gd name="connsiteX9" fmla="*/ 6888088 w 6888088"/>
              <a:gd name="connsiteY9" fmla="*/ 791182 h 6858000"/>
              <a:gd name="connsiteX10" fmla="*/ 6888088 w 6888088"/>
              <a:gd name="connsiteY10" fmla="*/ 1583270 h 6858000"/>
              <a:gd name="connsiteX11" fmla="*/ 6098269 w 6888088"/>
              <a:gd name="connsiteY11" fmla="*/ 1583270 h 6858000"/>
              <a:gd name="connsiteX12" fmla="*/ 0 w 6888088"/>
              <a:gd name="connsiteY12" fmla="*/ 0 h 6858000"/>
              <a:gd name="connsiteX13" fmla="*/ 6096000 w 6888088"/>
              <a:gd name="connsiteY13" fmla="*/ 0 h 6858000"/>
              <a:gd name="connsiteX14" fmla="*/ 6096000 w 6888088"/>
              <a:gd name="connsiteY14" fmla="*/ 791182 h 6858000"/>
              <a:gd name="connsiteX15" fmla="*/ 5306181 w 6888088"/>
              <a:gd name="connsiteY15" fmla="*/ 791182 h 6858000"/>
              <a:gd name="connsiteX16" fmla="*/ 5306181 w 6888088"/>
              <a:gd name="connsiteY16" fmla="*/ 1582080 h 6858000"/>
              <a:gd name="connsiteX17" fmla="*/ 4514205 w 6888088"/>
              <a:gd name="connsiteY17" fmla="*/ 1582080 h 6858000"/>
              <a:gd name="connsiteX18" fmla="*/ 4514205 w 6888088"/>
              <a:gd name="connsiteY18" fmla="*/ 2374169 h 6858000"/>
              <a:gd name="connsiteX19" fmla="*/ 5306181 w 6888088"/>
              <a:gd name="connsiteY19" fmla="*/ 2374169 h 6858000"/>
              <a:gd name="connsiteX20" fmla="*/ 5306181 w 6888088"/>
              <a:gd name="connsiteY20" fmla="*/ 3164273 h 6858000"/>
              <a:gd name="connsiteX21" fmla="*/ 6096000 w 6888088"/>
              <a:gd name="connsiteY21" fmla="*/ 3164273 h 6858000"/>
              <a:gd name="connsiteX22" fmla="*/ 6096000 w 6888088"/>
              <a:gd name="connsiteY22" fmla="*/ 6858000 h 6858000"/>
              <a:gd name="connsiteX23" fmla="*/ 0 w 6888088"/>
              <a:gd name="connsiteY2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888088" h="6858000">
                <a:moveTo>
                  <a:pt x="3721836" y="3165067"/>
                </a:moveTo>
                <a:lnTo>
                  <a:pt x="3721836" y="3957155"/>
                </a:lnTo>
                <a:lnTo>
                  <a:pt x="4513924" y="3957155"/>
                </a:lnTo>
                <a:lnTo>
                  <a:pt x="4513924" y="3165067"/>
                </a:lnTo>
                <a:close/>
                <a:moveTo>
                  <a:pt x="5306293" y="1583271"/>
                </a:moveTo>
                <a:lnTo>
                  <a:pt x="6096000" y="1583271"/>
                </a:lnTo>
                <a:lnTo>
                  <a:pt x="6096000" y="2372184"/>
                </a:lnTo>
                <a:lnTo>
                  <a:pt x="5306293" y="2372184"/>
                </a:lnTo>
                <a:close/>
                <a:moveTo>
                  <a:pt x="6098269" y="791182"/>
                </a:moveTo>
                <a:lnTo>
                  <a:pt x="6888088" y="791182"/>
                </a:lnTo>
                <a:lnTo>
                  <a:pt x="6888088" y="1583270"/>
                </a:lnTo>
                <a:lnTo>
                  <a:pt x="6098269" y="1583270"/>
                </a:lnTo>
                <a:close/>
                <a:moveTo>
                  <a:pt x="0" y="0"/>
                </a:moveTo>
                <a:lnTo>
                  <a:pt x="6096000" y="0"/>
                </a:lnTo>
                <a:lnTo>
                  <a:pt x="6096000" y="791182"/>
                </a:lnTo>
                <a:lnTo>
                  <a:pt x="5306181" y="791182"/>
                </a:lnTo>
                <a:lnTo>
                  <a:pt x="5306181" y="1582080"/>
                </a:lnTo>
                <a:lnTo>
                  <a:pt x="4514205" y="1582080"/>
                </a:lnTo>
                <a:lnTo>
                  <a:pt x="4514205" y="2374169"/>
                </a:lnTo>
                <a:lnTo>
                  <a:pt x="5306181" y="2374169"/>
                </a:lnTo>
                <a:lnTo>
                  <a:pt x="5306181" y="3164273"/>
                </a:lnTo>
                <a:lnTo>
                  <a:pt x="6096000" y="3164273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bIns="684000" anchor="ctr">
            <a:noAutofit/>
          </a:bodyPr>
          <a:lstStyle>
            <a:lvl1pPr marL="0" indent="0" algn="ctr">
              <a:buNone/>
              <a:defRPr b="1"/>
            </a:lvl1pPr>
          </a:lstStyle>
          <a:p>
            <a:r>
              <a:rPr lang="en-GB" dirty="0"/>
              <a:t>IMAGE PLACEHOLDER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D345B2C-160F-6651-749A-815D5A8FF0A1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1583270 h 6858000"/>
              <a:gd name="connsiteX5" fmla="*/ 792088 w 6096000"/>
              <a:gd name="connsiteY5" fmla="*/ 1583270 h 6858000"/>
              <a:gd name="connsiteX6" fmla="*/ 792088 w 6096000"/>
              <a:gd name="connsiteY6" fmla="*/ 791182 h 6858000"/>
              <a:gd name="connsiteX7" fmla="*/ 0 w 6096000"/>
              <a:gd name="connsiteY7" fmla="*/ 79118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lnTo>
                  <a:pt x="0" y="1583270"/>
                </a:lnTo>
                <a:lnTo>
                  <a:pt x="792088" y="1583270"/>
                </a:lnTo>
                <a:lnTo>
                  <a:pt x="792088" y="791182"/>
                </a:lnTo>
                <a:lnTo>
                  <a:pt x="0" y="791182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80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A9B8F2-7C64-1AEE-3A89-30281F9201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0176" y="3717032"/>
            <a:ext cx="3708549" cy="1188000"/>
          </a:xfrm>
        </p:spPr>
        <p:txBody>
          <a:bodyPr anchor="t"/>
          <a:lstStyle>
            <a:lvl1pPr>
              <a:defRPr sz="4000" b="0"/>
            </a:lvl1pPr>
          </a:lstStyle>
          <a:p>
            <a:r>
              <a:rPr lang="en-US" dirty="0"/>
              <a:t>Divider title</a:t>
            </a:r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8A34C0-745F-55BB-2162-E5B783E75205}"/>
              </a:ext>
            </a:extLst>
          </p:cNvPr>
          <p:cNvSpPr/>
          <p:nvPr/>
        </p:nvSpPr>
        <p:spPr>
          <a:xfrm>
            <a:off x="5306181" y="791182"/>
            <a:ext cx="792088" cy="7920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A7183A-2FFC-8069-9BCD-5E1BE1F3B094}"/>
              </a:ext>
            </a:extLst>
          </p:cNvPr>
          <p:cNvSpPr/>
          <p:nvPr/>
        </p:nvSpPr>
        <p:spPr>
          <a:xfrm>
            <a:off x="4514205" y="1582080"/>
            <a:ext cx="792088" cy="792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43E6F4-2510-F5D3-C35F-A3545702E618}"/>
              </a:ext>
            </a:extLst>
          </p:cNvPr>
          <p:cNvSpPr/>
          <p:nvPr/>
        </p:nvSpPr>
        <p:spPr>
          <a:xfrm>
            <a:off x="5306181" y="2372184"/>
            <a:ext cx="792088" cy="792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4106D66C-9BCF-52A6-1D64-C69AD9F680E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08068" y="3717032"/>
            <a:ext cx="720080" cy="1188000"/>
          </a:xfrm>
        </p:spPr>
        <p:txBody>
          <a:bodyPr tIns="10800" anchor="t"/>
          <a:lstStyle>
            <a:lvl1pPr marL="0" indent="0" algn="r">
              <a:buNone/>
              <a:defRPr sz="3700" b="1">
                <a:solidFill>
                  <a:schemeClr val="tx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04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0B7F64-476D-2199-4942-4EBA63AC6FBF}"/>
              </a:ext>
            </a:extLst>
          </p:cNvPr>
          <p:cNvSpPr/>
          <p:nvPr/>
        </p:nvSpPr>
        <p:spPr>
          <a:xfrm>
            <a:off x="6889759" y="0"/>
            <a:ext cx="792088" cy="792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14ADA0-6B34-6AD1-1D24-64E57A8A4D09}"/>
              </a:ext>
            </a:extLst>
          </p:cNvPr>
          <p:cNvSpPr/>
          <p:nvPr/>
        </p:nvSpPr>
        <p:spPr>
          <a:xfrm>
            <a:off x="3721836" y="3165067"/>
            <a:ext cx="792088" cy="79208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2440314-7DE8-8688-924A-21519A23BD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939" y="665076"/>
            <a:ext cx="778152" cy="459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047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4838">
          <p15:clr>
            <a:srgbClr val="FBAE40"/>
          </p15:clr>
        </p15:guide>
        <p15:guide id="3" pos="422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83043B7-2368-185E-DCBE-6C82A0B719C9}"/>
              </a:ext>
            </a:extLst>
          </p:cNvPr>
          <p:cNvSpPr/>
          <p:nvPr/>
        </p:nvSpPr>
        <p:spPr>
          <a:xfrm>
            <a:off x="11388725" y="6057900"/>
            <a:ext cx="807728" cy="800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E0C832D-44AD-79DE-58F0-4C0AF157DCC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01544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E0C832D-44AD-79DE-58F0-4C0AF157DC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01994642-52C3-74E9-FDC2-519704D49E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06188" y="6201308"/>
            <a:ext cx="785812" cy="50165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D8B5949-C86A-4C23-BE6F-4668B8D4752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BBB964B4-767D-88D7-3758-350BF5688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800100"/>
            <a:ext cx="10872788" cy="1008000"/>
          </a:xfrm>
        </p:spPr>
        <p:txBody>
          <a:bodyPr anchor="t"/>
          <a:lstStyle>
            <a:lvl1pPr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A9065BD-7624-C10C-CD0C-925EF2F873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939" y="2204864"/>
            <a:ext cx="10872788" cy="38530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7522D1-F59B-C34F-66EA-12385114E598}"/>
              </a:ext>
            </a:extLst>
          </p:cNvPr>
          <p:cNvSpPr/>
          <p:nvPr/>
        </p:nvSpPr>
        <p:spPr>
          <a:xfrm>
            <a:off x="10596500" y="5265204"/>
            <a:ext cx="792088" cy="792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086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4" orient="horz" pos="1389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2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83043B7-2368-185E-DCBE-6C82A0B719C9}"/>
              </a:ext>
            </a:extLst>
          </p:cNvPr>
          <p:cNvSpPr/>
          <p:nvPr/>
        </p:nvSpPr>
        <p:spPr>
          <a:xfrm>
            <a:off x="11388725" y="6057900"/>
            <a:ext cx="807728" cy="800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E0C832D-44AD-79DE-58F0-4C0AF157DCC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01544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E0C832D-44AD-79DE-58F0-4C0AF157DC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01994642-52C3-74E9-FDC2-519704D49E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06188" y="6201308"/>
            <a:ext cx="785812" cy="50165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D8B5949-C86A-4C23-BE6F-4668B8D4752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BBB964B4-767D-88D7-3758-350BF5688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800100"/>
            <a:ext cx="10872787" cy="1008000"/>
          </a:xfrm>
        </p:spPr>
        <p:txBody>
          <a:bodyPr anchor="t"/>
          <a:lstStyle>
            <a:lvl1pPr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A9065BD-7624-C10C-CD0C-925EF2F873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938" y="2393504"/>
            <a:ext cx="5184000" cy="36643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1F9A7DF-F3F5-01A6-F020-EE15F1C9B90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04012" y="2384884"/>
            <a:ext cx="5184000" cy="367301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4470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4" orient="horz" pos="1389">
          <p15:clr>
            <a:srgbClr val="FBAE40"/>
          </p15:clr>
        </p15:guide>
        <p15:guide id="5" pos="3591">
          <p15:clr>
            <a:srgbClr val="FBAE40"/>
          </p15:clr>
        </p15:guide>
        <p15:guide id="6" pos="390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3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83043B7-2368-185E-DCBE-6C82A0B719C9}"/>
              </a:ext>
            </a:extLst>
          </p:cNvPr>
          <p:cNvSpPr/>
          <p:nvPr/>
        </p:nvSpPr>
        <p:spPr>
          <a:xfrm>
            <a:off x="11388725" y="6057900"/>
            <a:ext cx="807728" cy="800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E0C832D-44AD-79DE-58F0-4C0AF157DCC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01544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E0C832D-44AD-79DE-58F0-4C0AF157DC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01994642-52C3-74E9-FDC2-519704D49E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06188" y="6201308"/>
            <a:ext cx="785812" cy="5016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D8B5949-C86A-4C23-BE6F-4668B8D4752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BBB964B4-767D-88D7-3758-350BF5688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336" y="800100"/>
            <a:ext cx="9725389" cy="1008000"/>
          </a:xfrm>
        </p:spPr>
        <p:txBody>
          <a:bodyPr anchor="t"/>
          <a:lstStyle>
            <a:lvl1pPr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A9065BD-7624-C10C-CD0C-925EF2F873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380" y="2384884"/>
            <a:ext cx="3384000" cy="367301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128AE54-F895-B0AE-9608-36E2F8B90B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59984" y="2384882"/>
            <a:ext cx="3384000" cy="367301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9CB9674-6CF1-D207-AA7D-2BABB203D0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04588" y="2384882"/>
            <a:ext cx="3384000" cy="367301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26C1EC-019E-BFF3-BE88-8857AF147E62}"/>
              </a:ext>
            </a:extLst>
          </p:cNvPr>
          <p:cNvSpPr/>
          <p:nvPr userDrawn="1"/>
        </p:nvSpPr>
        <p:spPr>
          <a:xfrm>
            <a:off x="-8620" y="0"/>
            <a:ext cx="800708" cy="8007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8CF394-C2E8-CBEF-2ECF-5D91B0B6B521}"/>
              </a:ext>
            </a:extLst>
          </p:cNvPr>
          <p:cNvSpPr/>
          <p:nvPr userDrawn="1"/>
        </p:nvSpPr>
        <p:spPr>
          <a:xfrm>
            <a:off x="793887" y="800708"/>
            <a:ext cx="792088" cy="792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FF152C-1B4E-39B7-BE69-7B6131168BAC}"/>
              </a:ext>
            </a:extLst>
          </p:cNvPr>
          <p:cNvSpPr/>
          <p:nvPr userDrawn="1"/>
        </p:nvSpPr>
        <p:spPr>
          <a:xfrm>
            <a:off x="0" y="1592796"/>
            <a:ext cx="792088" cy="79208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2036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4" orient="horz" pos="1389">
          <p15:clr>
            <a:srgbClr val="FBAE40"/>
          </p15:clr>
        </p15:guide>
        <p15:guide id="5" pos="2457">
          <p15:clr>
            <a:srgbClr val="FBAE40"/>
          </p15:clr>
        </p15:guide>
        <p15:guide id="6" pos="2683">
          <p15:clr>
            <a:srgbClr val="FBAE40"/>
          </p15:clr>
        </p15:guide>
        <p15:guide id="7" pos="4815">
          <p15:clr>
            <a:srgbClr val="FBAE40"/>
          </p15:clr>
        </p15:guide>
        <p15:guide id="8" pos="504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3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486AD3E-D09B-D6C2-77CE-7F8072D73B9D}"/>
              </a:ext>
            </a:extLst>
          </p:cNvPr>
          <p:cNvSpPr/>
          <p:nvPr userDrawn="1"/>
        </p:nvSpPr>
        <p:spPr>
          <a:xfrm>
            <a:off x="3952085" y="0"/>
            <a:ext cx="404377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3043B7-2368-185E-DCBE-6C82A0B719C9}"/>
              </a:ext>
            </a:extLst>
          </p:cNvPr>
          <p:cNvSpPr/>
          <p:nvPr/>
        </p:nvSpPr>
        <p:spPr>
          <a:xfrm>
            <a:off x="11388725" y="6057900"/>
            <a:ext cx="807728" cy="800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E0C832D-44AD-79DE-58F0-4C0AF157DCC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01544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E0C832D-44AD-79DE-58F0-4C0AF157DC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01994642-52C3-74E9-FDC2-519704D49E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06188" y="6201308"/>
            <a:ext cx="785812" cy="50165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D8B5949-C86A-4C23-BE6F-4668B8D4752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BBB964B4-767D-88D7-3758-350BF5688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041" y="4631871"/>
            <a:ext cx="3023118" cy="499965"/>
          </a:xfrm>
        </p:spPr>
        <p:txBody>
          <a:bodyPr anchor="t"/>
          <a:lstStyle>
            <a:lvl1pPr algn="ctr">
              <a:defRPr sz="3600" b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A9065BD-7624-C10C-CD0C-925EF2F873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380" y="487679"/>
            <a:ext cx="3384000" cy="4644157"/>
          </a:xfrm>
        </p:spPr>
        <p:txBody>
          <a:bodyPr anchor="b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9CB9674-6CF1-D207-AA7D-2BABB203D0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09387" y="487680"/>
            <a:ext cx="3384000" cy="4644156"/>
          </a:xfrm>
        </p:spPr>
        <p:txBody>
          <a:bodyPr anchor="b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7C861D37-A1B6-991B-FC2B-626CD383D9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8" y="5467350"/>
            <a:ext cx="3382962" cy="485581"/>
          </a:xfrm>
        </p:spPr>
        <p:txBody>
          <a:bodyPr/>
          <a:lstStyle>
            <a:lvl1pPr marL="0" indent="0" algn="l">
              <a:buNone/>
              <a:defRPr lang="en-US" sz="3600" b="0" kern="1200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1C7BB754-5316-24A9-4E14-D6F2F78B4D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10425" y="5466961"/>
            <a:ext cx="3382962" cy="485581"/>
          </a:xfrm>
        </p:spPr>
        <p:txBody>
          <a:bodyPr/>
          <a:lstStyle>
            <a:lvl1pPr marL="0" indent="0" algn="l">
              <a:buNone/>
              <a:defRPr lang="en-US" sz="3600" b="0" kern="1200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7808111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4" orient="horz" pos="1389">
          <p15:clr>
            <a:srgbClr val="FBAE40"/>
          </p15:clr>
        </p15:guide>
        <p15:guide id="5" pos="2457">
          <p15:clr>
            <a:srgbClr val="FBAE40"/>
          </p15:clr>
        </p15:guide>
        <p15:guide id="6" pos="2683">
          <p15:clr>
            <a:srgbClr val="FBAE40"/>
          </p15:clr>
        </p15:guide>
        <p15:guide id="7" pos="4815">
          <p15:clr>
            <a:srgbClr val="FBAE40"/>
          </p15:clr>
        </p15:guide>
        <p15:guide id="8" pos="504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83043B7-2368-185E-DCBE-6C82A0B719C9}"/>
              </a:ext>
            </a:extLst>
          </p:cNvPr>
          <p:cNvSpPr/>
          <p:nvPr/>
        </p:nvSpPr>
        <p:spPr>
          <a:xfrm>
            <a:off x="11388725" y="6057900"/>
            <a:ext cx="807728" cy="800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E0C832D-44AD-79DE-58F0-4C0AF157DCC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01544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E0C832D-44AD-79DE-58F0-4C0AF157DC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01994642-52C3-74E9-FDC2-519704D49E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06188" y="6201308"/>
            <a:ext cx="785812" cy="50165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PAGE </a:t>
            </a:r>
            <a:fld id="{DD8B5949-C86A-4C23-BE6F-4668B8D4752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BBB964B4-767D-88D7-3758-350BF5688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800100"/>
            <a:ext cx="10872788" cy="1008000"/>
          </a:xfrm>
        </p:spPr>
        <p:txBody>
          <a:bodyPr anchor="t"/>
          <a:lstStyle>
            <a:lvl1pPr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1E8A06D-390C-E158-5B01-637D8C2C3E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5939" y="6270707"/>
            <a:ext cx="647514" cy="382498"/>
          </a:xfrm>
          <a:prstGeom prst="rect">
            <a:avLst/>
          </a:prstGeom>
        </p:spPr>
      </p:pic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A09889C9-B4CC-A5CB-CC86-47AF9787DA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956" y="2204864"/>
            <a:ext cx="5184000" cy="16921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7759910C-E1CE-97EE-9A8E-27F0BBAB2F5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04588" y="2204864"/>
            <a:ext cx="5184000" cy="16921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08DF317-8D9E-5D80-B496-A07F7EB18A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8" y="4365104"/>
            <a:ext cx="5184000" cy="16921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DD2CAF32-44E2-85FB-7F63-6CF0C6DB59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4012" y="4365104"/>
            <a:ext cx="5184000" cy="16921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1212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4" orient="horz" pos="1389">
          <p15:clr>
            <a:srgbClr val="FBAE40"/>
          </p15:clr>
        </p15:guide>
        <p15:guide id="7" pos="3591">
          <p15:clr>
            <a:srgbClr val="FBAE40"/>
          </p15:clr>
        </p15:guide>
        <p15:guide id="8" pos="3908">
          <p15:clr>
            <a:srgbClr val="FBAE40"/>
          </p15:clr>
        </p15:guide>
        <p15:guide id="9" orient="horz" pos="2455">
          <p15:clr>
            <a:srgbClr val="FBAE40"/>
          </p15:clr>
        </p15:guide>
        <p15:guide id="10" orient="horz" pos="275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24BF1E4-0D51-28F6-D2FC-3B3F886E9F04}"/>
              </a:ext>
            </a:extLst>
          </p:cNvPr>
          <p:cNvSpPr/>
          <p:nvPr/>
        </p:nvSpPr>
        <p:spPr>
          <a:xfrm>
            <a:off x="11388725" y="6057900"/>
            <a:ext cx="807728" cy="800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E0C832D-44AD-79DE-58F0-4C0AF157DCC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01544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E0C832D-44AD-79DE-58F0-4C0AF157DC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01994642-52C3-74E9-FDC2-519704D49E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06188" y="6201308"/>
            <a:ext cx="785812" cy="50165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PAGE </a:t>
            </a:r>
            <a:fld id="{DD8B5949-C86A-4C23-BE6F-4668B8D4752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BBB964B4-767D-88D7-3758-350BF5688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0076" y="1816795"/>
            <a:ext cx="4607955" cy="1008000"/>
          </a:xfrm>
        </p:spPr>
        <p:txBody>
          <a:bodyPr anchor="t"/>
          <a:lstStyle>
            <a:lvl1pPr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A9065BD-7624-C10C-CD0C-925EF2F873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80633" y="2968922"/>
            <a:ext cx="4607955" cy="308897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5AB36B-1848-EF66-6D6C-2008AB56499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 wrap="square" bIns="684000" anchor="ctr">
            <a:noAutofit/>
          </a:bodyPr>
          <a:lstStyle>
            <a:lvl1pPr marL="0" indent="0" algn="ctr">
              <a:buNone/>
              <a:defRPr b="1"/>
            </a:lvl1pPr>
          </a:lstStyle>
          <a:p>
            <a:r>
              <a:rPr lang="en-GB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142122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1139">
          <p15:clr>
            <a:srgbClr val="FBAE40"/>
          </p15:clr>
        </p15:guide>
        <p15:guide id="6" pos="3840">
          <p15:clr>
            <a:srgbClr val="FBAE40"/>
          </p15:clr>
        </p15:guide>
        <p15:guide id="7" orient="horz" pos="186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width imag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E0C832D-44AD-79DE-58F0-4C0AF157DCC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01544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E0C832D-44AD-79DE-58F0-4C0AF157DC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0CD9533D-D425-9449-471C-F60299B0513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1592796"/>
            <a:ext cx="12192000" cy="5265204"/>
          </a:xfrm>
          <a:custGeom>
            <a:avLst/>
            <a:gdLst>
              <a:gd name="connsiteX0" fmla="*/ 792088 w 12192000"/>
              <a:gd name="connsiteY0" fmla="*/ 0 h 5265204"/>
              <a:gd name="connsiteX1" fmla="*/ 12192000 w 12192000"/>
              <a:gd name="connsiteY1" fmla="*/ 0 h 5265204"/>
              <a:gd name="connsiteX2" fmla="*/ 12192000 w 12192000"/>
              <a:gd name="connsiteY2" fmla="*/ 4465104 h 5265204"/>
              <a:gd name="connsiteX3" fmla="*/ 11388725 w 12192000"/>
              <a:gd name="connsiteY3" fmla="*/ 4465104 h 5265204"/>
              <a:gd name="connsiteX4" fmla="*/ 11388725 w 12192000"/>
              <a:gd name="connsiteY4" fmla="*/ 5265204 h 5265204"/>
              <a:gd name="connsiteX5" fmla="*/ 0 w 12192000"/>
              <a:gd name="connsiteY5" fmla="*/ 5265204 h 5265204"/>
              <a:gd name="connsiteX6" fmla="*/ 0 w 12192000"/>
              <a:gd name="connsiteY6" fmla="*/ 792088 h 5265204"/>
              <a:gd name="connsiteX7" fmla="*/ 792088 w 12192000"/>
              <a:gd name="connsiteY7" fmla="*/ 792088 h 5265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265204">
                <a:moveTo>
                  <a:pt x="792088" y="0"/>
                </a:moveTo>
                <a:lnTo>
                  <a:pt x="12192000" y="0"/>
                </a:lnTo>
                <a:lnTo>
                  <a:pt x="12192000" y="4465104"/>
                </a:lnTo>
                <a:lnTo>
                  <a:pt x="11388725" y="4465104"/>
                </a:lnTo>
                <a:lnTo>
                  <a:pt x="11388725" y="5265204"/>
                </a:lnTo>
                <a:lnTo>
                  <a:pt x="0" y="5265204"/>
                </a:lnTo>
                <a:lnTo>
                  <a:pt x="0" y="792088"/>
                </a:lnTo>
                <a:lnTo>
                  <a:pt x="792088" y="792088"/>
                </a:lnTo>
                <a:close/>
              </a:path>
            </a:pathLst>
          </a:custGeom>
        </p:spPr>
        <p:txBody>
          <a:bodyPr wrap="square" bIns="684000" anchor="ctr">
            <a:noAutofit/>
          </a:bodyPr>
          <a:lstStyle>
            <a:lvl1pPr marL="0" indent="0" algn="ctr">
              <a:buNone/>
              <a:defRPr b="1"/>
            </a:lvl1pPr>
          </a:lstStyle>
          <a:p>
            <a:r>
              <a:rPr lang="en-GB" dirty="0"/>
              <a:t>IMAGE PLACEHOLDER</a:t>
            </a:r>
          </a:p>
        </p:txBody>
      </p:sp>
      <p:sp>
        <p:nvSpPr>
          <p:cNvPr id="4" name="Title 23">
            <a:extLst>
              <a:ext uri="{FF2B5EF4-FFF2-40B4-BE49-F238E27FC236}">
                <a16:creationId xmlns:a16="http://schemas.microsoft.com/office/drawing/2014/main" id="{DB01BE7F-583B-DE6F-2F06-7A36D70EF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5540" y="278650"/>
            <a:ext cx="9433186" cy="1044116"/>
          </a:xfrm>
        </p:spPr>
        <p:txBody>
          <a:bodyPr anchor="ctr"/>
          <a:lstStyle>
            <a:lvl1pPr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736130-45A7-8B1F-80F1-2A738CF8EC1B}"/>
              </a:ext>
            </a:extLst>
          </p:cNvPr>
          <p:cNvSpPr/>
          <p:nvPr/>
        </p:nvSpPr>
        <p:spPr>
          <a:xfrm>
            <a:off x="-8620" y="0"/>
            <a:ext cx="800708" cy="8007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AB0C00-D759-A3FC-3211-E2D7F41F895A}"/>
              </a:ext>
            </a:extLst>
          </p:cNvPr>
          <p:cNvSpPr/>
          <p:nvPr/>
        </p:nvSpPr>
        <p:spPr>
          <a:xfrm>
            <a:off x="793887" y="800708"/>
            <a:ext cx="792088" cy="792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B45804-8FBD-DB56-6162-59F92F149409}"/>
              </a:ext>
            </a:extLst>
          </p:cNvPr>
          <p:cNvSpPr/>
          <p:nvPr/>
        </p:nvSpPr>
        <p:spPr>
          <a:xfrm>
            <a:off x="0" y="1592796"/>
            <a:ext cx="792088" cy="79208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4BF1E4-0D51-28F6-D2FC-3B3F886E9F04}"/>
              </a:ext>
            </a:extLst>
          </p:cNvPr>
          <p:cNvSpPr/>
          <p:nvPr/>
        </p:nvSpPr>
        <p:spPr>
          <a:xfrm>
            <a:off x="11388725" y="6057900"/>
            <a:ext cx="807728" cy="800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01994642-52C3-74E9-FDC2-519704D49E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06188" y="6201308"/>
            <a:ext cx="785812" cy="50165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PAGE </a:t>
            </a:r>
            <a:fld id="{DD8B5949-C86A-4C23-BE6F-4668B8D4752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18393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  <p15:guide id="7" orient="horz" pos="1003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x Content + Small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FC8F7B3-26EA-9436-45A9-62F603D43AEC}"/>
              </a:ext>
            </a:extLst>
          </p:cNvPr>
          <p:cNvSpPr/>
          <p:nvPr/>
        </p:nvSpPr>
        <p:spPr>
          <a:xfrm>
            <a:off x="11388725" y="6057900"/>
            <a:ext cx="807728" cy="800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E0C832D-44AD-79DE-58F0-4C0AF157DCC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01544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E0C832D-44AD-79DE-58F0-4C0AF157DC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phic 3">
            <a:extLst>
              <a:ext uri="{FF2B5EF4-FFF2-40B4-BE49-F238E27FC236}">
                <a16:creationId xmlns:a16="http://schemas.microsoft.com/office/drawing/2014/main" id="{F1E8A06D-390C-E158-5B01-637D8C2C3E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5939" y="6270707"/>
            <a:ext cx="647514" cy="382498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B7AB8DA-4D1E-E70D-61EE-F72BC50C9AC3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356140" y="800708"/>
            <a:ext cx="4032448" cy="5257192"/>
          </a:xfrm>
          <a:custGeom>
            <a:avLst/>
            <a:gdLst>
              <a:gd name="connsiteX0" fmla="*/ 792088 w 4043773"/>
              <a:gd name="connsiteY0" fmla="*/ 0 h 5257192"/>
              <a:gd name="connsiteX1" fmla="*/ 4043773 w 4043773"/>
              <a:gd name="connsiteY1" fmla="*/ 0 h 5257192"/>
              <a:gd name="connsiteX2" fmla="*/ 4043773 w 4043773"/>
              <a:gd name="connsiteY2" fmla="*/ 5257192 h 5257192"/>
              <a:gd name="connsiteX3" fmla="*/ 0 w 4043773"/>
              <a:gd name="connsiteY3" fmla="*/ 5257192 h 5257192"/>
              <a:gd name="connsiteX4" fmla="*/ 0 w 4043773"/>
              <a:gd name="connsiteY4" fmla="*/ 792088 h 5257192"/>
              <a:gd name="connsiteX5" fmla="*/ 792088 w 4043773"/>
              <a:gd name="connsiteY5" fmla="*/ 792088 h 5257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43773" h="5257192">
                <a:moveTo>
                  <a:pt x="792088" y="0"/>
                </a:moveTo>
                <a:lnTo>
                  <a:pt x="4043773" y="0"/>
                </a:lnTo>
                <a:lnTo>
                  <a:pt x="4043773" y="5257192"/>
                </a:lnTo>
                <a:lnTo>
                  <a:pt x="0" y="5257192"/>
                </a:lnTo>
                <a:lnTo>
                  <a:pt x="0" y="792088"/>
                </a:lnTo>
                <a:lnTo>
                  <a:pt x="792088" y="792088"/>
                </a:lnTo>
                <a:close/>
              </a:path>
            </a:pathLst>
          </a:custGeom>
        </p:spPr>
        <p:txBody>
          <a:bodyPr wrap="square" bIns="684000" anchor="ctr">
            <a:noAutofit/>
          </a:bodyPr>
          <a:lstStyle>
            <a:lvl1pPr marL="0" indent="0" algn="ctr">
              <a:buNone/>
              <a:defRPr b="1"/>
            </a:lvl1pPr>
          </a:lstStyle>
          <a:p>
            <a:r>
              <a:rPr lang="en-GB" dirty="0"/>
              <a:t>IMAGE PLACEHOLDER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6B43C5-76F7-4030-BEAF-FE7F2C91F29E}"/>
              </a:ext>
            </a:extLst>
          </p:cNvPr>
          <p:cNvSpPr/>
          <p:nvPr/>
        </p:nvSpPr>
        <p:spPr>
          <a:xfrm>
            <a:off x="6566433" y="0"/>
            <a:ext cx="792088" cy="8007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7522D1-F59B-C34F-66EA-12385114E598}"/>
              </a:ext>
            </a:extLst>
          </p:cNvPr>
          <p:cNvSpPr/>
          <p:nvPr/>
        </p:nvSpPr>
        <p:spPr>
          <a:xfrm>
            <a:off x="7356140" y="800708"/>
            <a:ext cx="792088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itle 23">
            <a:extLst>
              <a:ext uri="{FF2B5EF4-FFF2-40B4-BE49-F238E27FC236}">
                <a16:creationId xmlns:a16="http://schemas.microsoft.com/office/drawing/2014/main" id="{A820B457-DE89-8A44-3934-B5EFE1E2A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800100"/>
            <a:ext cx="6048375" cy="1008000"/>
          </a:xfrm>
        </p:spPr>
        <p:txBody>
          <a:bodyPr anchor="t"/>
          <a:lstStyle>
            <a:lvl1pPr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0F99AF52-5949-7D33-3BD2-C35BF6AA1E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939" y="2204864"/>
            <a:ext cx="2808000" cy="37085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7F3370E2-44CD-D700-DB52-6CC21553764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747160" y="2204864"/>
            <a:ext cx="2808000" cy="37085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8" name="Slide Number Placeholder 21">
            <a:extLst>
              <a:ext uri="{FF2B5EF4-FFF2-40B4-BE49-F238E27FC236}">
                <a16:creationId xmlns:a16="http://schemas.microsoft.com/office/drawing/2014/main" id="{0CBF44B3-BEAD-9726-B8DA-61D31BEA9E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06188" y="6201308"/>
            <a:ext cx="785812" cy="50165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PAGE </a:t>
            </a:r>
            <a:fld id="{DD8B5949-C86A-4C23-BE6F-4668B8D4752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9436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3" orient="horz" pos="3725">
          <p15:clr>
            <a:srgbClr val="FBAE40"/>
          </p15:clr>
        </p15:guide>
        <p15:guide id="4" orient="horz" pos="1389">
          <p15:clr>
            <a:srgbClr val="FBAE40"/>
          </p15:clr>
        </p15:guide>
        <p15:guide id="5" orient="horz" pos="1139">
          <p15:clr>
            <a:srgbClr val="FBAE40"/>
          </p15:clr>
        </p15:guide>
        <p15:guide id="6" pos="4135">
          <p15:clr>
            <a:srgbClr val="FBAE40"/>
          </p15:clr>
        </p15:guide>
        <p15:guide id="7" pos="2094">
          <p15:clr>
            <a:srgbClr val="FBAE40"/>
          </p15:clr>
        </p15:guide>
        <p15:guide id="8" pos="236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a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C2588C6B-6557-2316-6DDA-EBFA95CB7CFE}"/>
              </a:ext>
            </a:extLst>
          </p:cNvPr>
          <p:cNvSpPr/>
          <p:nvPr/>
        </p:nvSpPr>
        <p:spPr>
          <a:xfrm>
            <a:off x="0" y="0"/>
            <a:ext cx="404377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C8F7B3-26EA-9436-45A9-62F603D43AEC}"/>
              </a:ext>
            </a:extLst>
          </p:cNvPr>
          <p:cNvSpPr/>
          <p:nvPr/>
        </p:nvSpPr>
        <p:spPr>
          <a:xfrm>
            <a:off x="11388725" y="6057900"/>
            <a:ext cx="807728" cy="800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E0C832D-44AD-79DE-58F0-4C0AF157DCC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01544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E0C832D-44AD-79DE-58F0-4C0AF157DC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phic 3">
            <a:extLst>
              <a:ext uri="{FF2B5EF4-FFF2-40B4-BE49-F238E27FC236}">
                <a16:creationId xmlns:a16="http://schemas.microsoft.com/office/drawing/2014/main" id="{F1E8A06D-390C-E158-5B01-637D8C2C3E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5939" y="6270707"/>
            <a:ext cx="647514" cy="382498"/>
          </a:xfrm>
          <a:prstGeom prst="rect">
            <a:avLst/>
          </a:prstGeom>
        </p:spPr>
      </p:pic>
      <p:sp>
        <p:nvSpPr>
          <p:cNvPr id="14" name="Title 23">
            <a:extLst>
              <a:ext uri="{FF2B5EF4-FFF2-40B4-BE49-F238E27FC236}">
                <a16:creationId xmlns:a16="http://schemas.microsoft.com/office/drawing/2014/main" id="{A820B457-DE89-8A44-3934-B5EFE1E2A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80" y="800100"/>
            <a:ext cx="3240645" cy="1008000"/>
          </a:xfrm>
        </p:spPr>
        <p:txBody>
          <a:bodyPr anchor="t"/>
          <a:lstStyle>
            <a:lvl1pPr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0F99AF52-5949-7D33-3BD2-C35BF6AA1E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382" y="2204864"/>
            <a:ext cx="3240644" cy="385242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8" name="Slide Number Placeholder 21">
            <a:extLst>
              <a:ext uri="{FF2B5EF4-FFF2-40B4-BE49-F238E27FC236}">
                <a16:creationId xmlns:a16="http://schemas.microsoft.com/office/drawing/2014/main" id="{0CBF44B3-BEAD-9726-B8DA-61D31BEA9E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06188" y="6201308"/>
            <a:ext cx="785812" cy="50165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PAGE </a:t>
            </a:r>
            <a:fld id="{DD8B5949-C86A-4C23-BE6F-4668B8D4752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989EA7-1FE7-80CE-1C71-220C75EED2AF}"/>
              </a:ext>
            </a:extLst>
          </p:cNvPr>
          <p:cNvSpPr/>
          <p:nvPr/>
        </p:nvSpPr>
        <p:spPr>
          <a:xfrm>
            <a:off x="9732404" y="1376772"/>
            <a:ext cx="1659347" cy="4680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6C672C-6952-AE26-838D-61183D5B1CE5}"/>
              </a:ext>
            </a:extLst>
          </p:cNvPr>
          <p:cNvSpPr/>
          <p:nvPr/>
        </p:nvSpPr>
        <p:spPr>
          <a:xfrm>
            <a:off x="8076220" y="2924944"/>
            <a:ext cx="1659347" cy="31323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811740-BA62-ACDD-4435-45858AAF76C1}"/>
              </a:ext>
            </a:extLst>
          </p:cNvPr>
          <p:cNvSpPr/>
          <p:nvPr/>
        </p:nvSpPr>
        <p:spPr>
          <a:xfrm>
            <a:off x="6420036" y="3861048"/>
            <a:ext cx="1659347" cy="21962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A6D099-212D-90F3-4A70-2E591C3FBFCC}"/>
              </a:ext>
            </a:extLst>
          </p:cNvPr>
          <p:cNvSpPr/>
          <p:nvPr/>
        </p:nvSpPr>
        <p:spPr>
          <a:xfrm>
            <a:off x="4763852" y="4833156"/>
            <a:ext cx="1659347" cy="12241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GB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9D65B354-5266-B2A1-01D3-6441525197F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63852" y="4077072"/>
            <a:ext cx="1512168" cy="576064"/>
          </a:xfrm>
        </p:spPr>
        <p:txBody>
          <a:bodyPr tIns="10800" anchor="b"/>
          <a:lstStyle>
            <a:lvl1pPr marL="0" indent="0" algn="l">
              <a:buNone/>
              <a:defRPr sz="3200" b="1">
                <a:solidFill>
                  <a:schemeClr val="tx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XX%</a:t>
            </a:r>
            <a:endParaRPr lang="en-GB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D7AEBAE1-3B95-FE6F-2415-A1CE3C92625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20036" y="3104964"/>
            <a:ext cx="1512168" cy="576064"/>
          </a:xfrm>
        </p:spPr>
        <p:txBody>
          <a:bodyPr tIns="10800" anchor="b"/>
          <a:lstStyle>
            <a:lvl1pPr marL="0" indent="0" algn="l">
              <a:buNone/>
              <a:defRPr sz="3200" b="1">
                <a:solidFill>
                  <a:schemeClr val="tx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XX%</a:t>
            </a:r>
            <a:endParaRPr lang="en-GB" dirty="0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65B1B652-0E00-3F52-867B-72A9FBBD8CC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76220" y="2168860"/>
            <a:ext cx="1512168" cy="576064"/>
          </a:xfrm>
        </p:spPr>
        <p:txBody>
          <a:bodyPr tIns="10800" anchor="b"/>
          <a:lstStyle>
            <a:lvl1pPr marL="0" indent="0" algn="l">
              <a:buNone/>
              <a:defRPr sz="3200" b="1">
                <a:solidFill>
                  <a:schemeClr val="tx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XX%</a:t>
            </a:r>
            <a:endParaRPr lang="en-GB" dirty="0"/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26273328-FE8A-462E-71B1-1FA77929EF2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732403" y="620688"/>
            <a:ext cx="1656321" cy="576064"/>
          </a:xfrm>
        </p:spPr>
        <p:txBody>
          <a:bodyPr tIns="10800" anchor="b"/>
          <a:lstStyle>
            <a:lvl1pPr marL="0" indent="0" algn="l">
              <a:buNone/>
              <a:defRPr sz="3200" b="1">
                <a:solidFill>
                  <a:schemeClr val="tx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XX%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4768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3" orient="horz" pos="3816">
          <p15:clr>
            <a:srgbClr val="FBAE40"/>
          </p15:clr>
        </p15:guide>
        <p15:guide id="4" orient="horz" pos="1389">
          <p15:clr>
            <a:srgbClr val="FBAE40"/>
          </p15:clr>
        </p15:guide>
        <p15:guide id="5" orient="horz" pos="1139">
          <p15:clr>
            <a:srgbClr val="FBAE40"/>
          </p15:clr>
        </p15:guide>
        <p15:guide id="8" pos="236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7D927BD-C150-22CE-83E0-3BA073A65E10}"/>
              </a:ext>
            </a:extLst>
          </p:cNvPr>
          <p:cNvSpPr/>
          <p:nvPr/>
        </p:nvSpPr>
        <p:spPr>
          <a:xfrm>
            <a:off x="0" y="0"/>
            <a:ext cx="404377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C8F7B3-26EA-9436-45A9-62F603D43AEC}"/>
              </a:ext>
            </a:extLst>
          </p:cNvPr>
          <p:cNvSpPr/>
          <p:nvPr/>
        </p:nvSpPr>
        <p:spPr>
          <a:xfrm>
            <a:off x="11388725" y="6057900"/>
            <a:ext cx="807728" cy="800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E0C832D-44AD-79DE-58F0-4C0AF157DCC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01544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E0C832D-44AD-79DE-58F0-4C0AF157DC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phic 3">
            <a:extLst>
              <a:ext uri="{FF2B5EF4-FFF2-40B4-BE49-F238E27FC236}">
                <a16:creationId xmlns:a16="http://schemas.microsoft.com/office/drawing/2014/main" id="{F1E8A06D-390C-E158-5B01-637D8C2C3E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5939" y="6270707"/>
            <a:ext cx="647514" cy="382498"/>
          </a:xfrm>
          <a:prstGeom prst="rect">
            <a:avLst/>
          </a:prstGeom>
        </p:spPr>
      </p:pic>
      <p:sp>
        <p:nvSpPr>
          <p:cNvPr id="14" name="Title 23">
            <a:extLst>
              <a:ext uri="{FF2B5EF4-FFF2-40B4-BE49-F238E27FC236}">
                <a16:creationId xmlns:a16="http://schemas.microsoft.com/office/drawing/2014/main" id="{A820B457-DE89-8A44-3934-B5EFE1E2A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80" y="800100"/>
            <a:ext cx="3240645" cy="1008000"/>
          </a:xfrm>
        </p:spPr>
        <p:txBody>
          <a:bodyPr anchor="t"/>
          <a:lstStyle>
            <a:lvl1pPr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0F99AF52-5949-7D33-3BD2-C35BF6AA1E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382" y="2204864"/>
            <a:ext cx="3240644" cy="385242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8" name="Slide Number Placeholder 21">
            <a:extLst>
              <a:ext uri="{FF2B5EF4-FFF2-40B4-BE49-F238E27FC236}">
                <a16:creationId xmlns:a16="http://schemas.microsoft.com/office/drawing/2014/main" id="{0CBF44B3-BEAD-9726-B8DA-61D31BEA9E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06188" y="6201308"/>
            <a:ext cx="785812" cy="50165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PAGE </a:t>
            </a:r>
            <a:fld id="{DD8B5949-C86A-4C23-BE6F-4668B8D4752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11B71B59-E156-0E45-369C-85B22902F2E0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548188" y="800100"/>
            <a:ext cx="6840537" cy="525780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4092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3" orient="horz" pos="3816">
          <p15:clr>
            <a:srgbClr val="FBAE40"/>
          </p15:clr>
        </p15:guide>
        <p15:guide id="4" orient="horz" pos="1389">
          <p15:clr>
            <a:srgbClr val="FBAE40"/>
          </p15:clr>
        </p15:guide>
        <p15:guide id="5" orient="horz" pos="1139">
          <p15:clr>
            <a:srgbClr val="FBAE40"/>
          </p15:clr>
        </p15:guide>
        <p15:guide id="8" pos="236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multiple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83043B7-2368-185E-DCBE-6C82A0B719C9}"/>
              </a:ext>
            </a:extLst>
          </p:cNvPr>
          <p:cNvSpPr/>
          <p:nvPr/>
        </p:nvSpPr>
        <p:spPr>
          <a:xfrm>
            <a:off x="11388725" y="6057900"/>
            <a:ext cx="807728" cy="800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E0C832D-44AD-79DE-58F0-4C0AF157DCC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01544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E0C832D-44AD-79DE-58F0-4C0AF157DC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01994642-52C3-74E9-FDC2-519704D49E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06188" y="6201308"/>
            <a:ext cx="785812" cy="50165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PAGE </a:t>
            </a:r>
            <a:fld id="{DD8B5949-C86A-4C23-BE6F-4668B8D4752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BBB964B4-767D-88D7-3758-350BF5688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800100"/>
            <a:ext cx="10872788" cy="1008000"/>
          </a:xfrm>
        </p:spPr>
        <p:txBody>
          <a:bodyPr anchor="t"/>
          <a:lstStyle>
            <a:lvl1pPr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1E8A06D-390C-E158-5B01-637D8C2C3E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5939" y="6270707"/>
            <a:ext cx="647514" cy="382498"/>
          </a:xfrm>
          <a:prstGeom prst="rect">
            <a:avLst/>
          </a:prstGeom>
        </p:spPr>
      </p:pic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15D54DA-EE89-71FD-16BA-4BCFD9A2BD30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515938" y="2205037"/>
            <a:ext cx="5184775" cy="3852000"/>
          </a:xfrm>
        </p:spPr>
        <p:txBody>
          <a:bodyPr/>
          <a:lstStyle>
            <a:lvl1pPr>
              <a:defRPr sz="1400"/>
            </a:lvl1pPr>
          </a:lstStyle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8" name="Chart Placeholder 5">
            <a:extLst>
              <a:ext uri="{FF2B5EF4-FFF2-40B4-BE49-F238E27FC236}">
                <a16:creationId xmlns:a16="http://schemas.microsoft.com/office/drawing/2014/main" id="{D168D76E-166A-A34D-93D3-160908FE38A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6203950" y="2205037"/>
            <a:ext cx="5184775" cy="3852000"/>
          </a:xfrm>
        </p:spPr>
        <p:txBody>
          <a:bodyPr/>
          <a:lstStyle>
            <a:lvl1pPr>
              <a:defRPr sz="1400"/>
            </a:lvl1pPr>
          </a:lstStyle>
          <a:p>
            <a:r>
              <a:rPr lang="en-US"/>
              <a:t>Click icon to add chart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003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4" orient="horz" pos="1389">
          <p15:clr>
            <a:srgbClr val="FBAE40"/>
          </p15:clr>
        </p15:guide>
        <p15:guide id="5" pos="3591">
          <p15:clr>
            <a:srgbClr val="FBAE40"/>
          </p15:clr>
        </p15:guide>
        <p15:guide id="6" pos="3908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7239AC1-6122-56E1-7219-512BD4B70544}"/>
              </a:ext>
            </a:extLst>
          </p:cNvPr>
          <p:cNvSpPr/>
          <p:nvPr/>
        </p:nvSpPr>
        <p:spPr>
          <a:xfrm>
            <a:off x="1055440" y="4077132"/>
            <a:ext cx="540000" cy="54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795F1A-8568-976D-1811-42685D792F49}"/>
              </a:ext>
            </a:extLst>
          </p:cNvPr>
          <p:cNvSpPr/>
          <p:nvPr/>
        </p:nvSpPr>
        <p:spPr>
          <a:xfrm>
            <a:off x="4547828" y="4077132"/>
            <a:ext cx="540000" cy="54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162BF6-A3CF-2DEF-FE9B-52AB34FF9DB2}"/>
              </a:ext>
            </a:extLst>
          </p:cNvPr>
          <p:cNvSpPr/>
          <p:nvPr/>
        </p:nvSpPr>
        <p:spPr>
          <a:xfrm>
            <a:off x="8004212" y="4077132"/>
            <a:ext cx="540000" cy="54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ED78FB-948A-23F7-AE12-D4BB0819ABD2}"/>
              </a:ext>
            </a:extLst>
          </p:cNvPr>
          <p:cNvSpPr/>
          <p:nvPr/>
        </p:nvSpPr>
        <p:spPr>
          <a:xfrm>
            <a:off x="2819636" y="3104964"/>
            <a:ext cx="540000" cy="54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2E4621-5FD9-6B2B-D014-F79E4A09F4F8}"/>
              </a:ext>
            </a:extLst>
          </p:cNvPr>
          <p:cNvSpPr/>
          <p:nvPr/>
        </p:nvSpPr>
        <p:spPr>
          <a:xfrm>
            <a:off x="6276020" y="3104964"/>
            <a:ext cx="540000" cy="54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1ED0D1-5E08-4262-7C2D-9138B6F07795}"/>
              </a:ext>
            </a:extLst>
          </p:cNvPr>
          <p:cNvSpPr/>
          <p:nvPr/>
        </p:nvSpPr>
        <p:spPr>
          <a:xfrm>
            <a:off x="9768408" y="3104964"/>
            <a:ext cx="540000" cy="54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b="1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AE903B5-4C28-9A89-0728-32FF541BD058}"/>
              </a:ext>
            </a:extLst>
          </p:cNvPr>
          <p:cNvCxnSpPr/>
          <p:nvPr/>
        </p:nvCxnSpPr>
        <p:spPr>
          <a:xfrm flipH="1">
            <a:off x="0" y="3861048"/>
            <a:ext cx="12192000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55E4C02-D2F8-4BA7-FFAA-68F1493A43D5}"/>
              </a:ext>
            </a:extLst>
          </p:cNvPr>
          <p:cNvGrpSpPr/>
          <p:nvPr/>
        </p:nvGrpSpPr>
        <p:grpSpPr>
          <a:xfrm>
            <a:off x="780405" y="3861068"/>
            <a:ext cx="0" cy="216000"/>
            <a:chOff x="683568" y="2984500"/>
            <a:chExt cx="0" cy="127310"/>
          </a:xfrm>
        </p:grpSpPr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AEA24A4C-6882-9B59-9826-294890C24D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568" y="2984500"/>
              <a:ext cx="0" cy="12731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B467D83C-29F9-93D2-1105-70A2D775EC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568" y="2984500"/>
              <a:ext cx="0" cy="127310"/>
            </a:xfrm>
            <a:prstGeom prst="straightConnector1">
              <a:avLst/>
            </a:prstGeom>
            <a:ln>
              <a:solidFill>
                <a:schemeClr val="bg2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476ED3C9-9F4E-D6B0-1AA5-ED32232AF289}"/>
              </a:ext>
            </a:extLst>
          </p:cNvPr>
          <p:cNvSpPr/>
          <p:nvPr/>
        </p:nvSpPr>
        <p:spPr>
          <a:xfrm>
            <a:off x="515440" y="4077132"/>
            <a:ext cx="540000" cy="54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 dirty="0"/>
              <a:t>1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FF13CE0-C7E8-DA53-CE35-7693CD03F12E}"/>
              </a:ext>
            </a:extLst>
          </p:cNvPr>
          <p:cNvGrpSpPr/>
          <p:nvPr/>
        </p:nvGrpSpPr>
        <p:grpSpPr>
          <a:xfrm>
            <a:off x="4277828" y="3861068"/>
            <a:ext cx="0" cy="216000"/>
            <a:chOff x="683568" y="2984500"/>
            <a:chExt cx="0" cy="127310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E1A7D022-151B-006A-C68D-7972E976D7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568" y="2984500"/>
              <a:ext cx="0" cy="12731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2AACFDA3-662B-881A-41EB-0BB2DAF6FD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568" y="2984500"/>
              <a:ext cx="0" cy="127310"/>
            </a:xfrm>
            <a:prstGeom prst="straightConnector1">
              <a:avLst/>
            </a:prstGeom>
            <a:ln>
              <a:solidFill>
                <a:schemeClr val="bg2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2CAD20EC-20E6-9E6A-645E-BFFF79BE9003}"/>
              </a:ext>
            </a:extLst>
          </p:cNvPr>
          <p:cNvSpPr/>
          <p:nvPr/>
        </p:nvSpPr>
        <p:spPr>
          <a:xfrm>
            <a:off x="4007828" y="4077132"/>
            <a:ext cx="540000" cy="54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l-PL" b="1" dirty="0"/>
              <a:t>3</a:t>
            </a:r>
            <a:endParaRPr lang="en-US" b="1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8A2D4ED-1EF4-D2B8-B460-54D7FA504B11}"/>
              </a:ext>
            </a:extLst>
          </p:cNvPr>
          <p:cNvGrpSpPr/>
          <p:nvPr/>
        </p:nvGrpSpPr>
        <p:grpSpPr>
          <a:xfrm>
            <a:off x="7734152" y="3861068"/>
            <a:ext cx="0" cy="216000"/>
            <a:chOff x="683568" y="2984500"/>
            <a:chExt cx="0" cy="127310"/>
          </a:xfrm>
        </p:grpSpPr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5DF1EEDB-4C84-D20E-3B66-E6D1DD3226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568" y="2984500"/>
              <a:ext cx="0" cy="12731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CCB04FC6-0A16-5767-AB1E-2C47EDB13B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568" y="2984500"/>
              <a:ext cx="0" cy="127310"/>
            </a:xfrm>
            <a:prstGeom prst="straightConnector1">
              <a:avLst/>
            </a:prstGeom>
            <a:ln>
              <a:solidFill>
                <a:schemeClr val="bg2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D1B22680-6262-3465-DB30-6DAA7ED057B5}"/>
              </a:ext>
            </a:extLst>
          </p:cNvPr>
          <p:cNvSpPr/>
          <p:nvPr/>
        </p:nvSpPr>
        <p:spPr>
          <a:xfrm>
            <a:off x="7464152" y="4077072"/>
            <a:ext cx="540000" cy="54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l-PL" b="1" dirty="0"/>
              <a:t>5</a:t>
            </a:r>
            <a:endParaRPr lang="en-US" b="1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DAE45A8-3D90-697D-85F9-CDB8890C9DDA}"/>
              </a:ext>
            </a:extLst>
          </p:cNvPr>
          <p:cNvGrpSpPr/>
          <p:nvPr/>
        </p:nvGrpSpPr>
        <p:grpSpPr>
          <a:xfrm flipV="1">
            <a:off x="9503963" y="3645028"/>
            <a:ext cx="0" cy="216000"/>
            <a:chOff x="683568" y="2984500"/>
            <a:chExt cx="0" cy="127310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AF40828F-6D64-D870-4E22-37B959842F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568" y="2984500"/>
              <a:ext cx="0" cy="12731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E797AB7E-A560-2356-1C59-DB68D9D136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568" y="2984500"/>
              <a:ext cx="0" cy="127310"/>
            </a:xfrm>
            <a:prstGeom prst="straightConnector1">
              <a:avLst/>
            </a:prstGeom>
            <a:ln>
              <a:solidFill>
                <a:schemeClr val="bg2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9ED8712B-175A-B32C-014B-BBEFD3830BEE}"/>
              </a:ext>
            </a:extLst>
          </p:cNvPr>
          <p:cNvSpPr/>
          <p:nvPr/>
        </p:nvSpPr>
        <p:spPr>
          <a:xfrm>
            <a:off x="9228348" y="3104964"/>
            <a:ext cx="540000" cy="54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l-PL" b="1" dirty="0"/>
              <a:t>6</a:t>
            </a:r>
            <a:endParaRPr lang="en-US" b="1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57EC29D-BD40-F20A-8E7C-ED50AB7D9251}"/>
              </a:ext>
            </a:extLst>
          </p:cNvPr>
          <p:cNvGrpSpPr/>
          <p:nvPr/>
        </p:nvGrpSpPr>
        <p:grpSpPr>
          <a:xfrm flipV="1">
            <a:off x="6005960" y="3645028"/>
            <a:ext cx="0" cy="216000"/>
            <a:chOff x="683568" y="2984500"/>
            <a:chExt cx="0" cy="127310"/>
          </a:xfrm>
        </p:grpSpPr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9BAAE35D-2E04-D66E-C983-38D501FE2B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568" y="2984500"/>
              <a:ext cx="0" cy="12731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FF2DED76-5473-2CFC-C29E-6B8ABB8D75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568" y="2984500"/>
              <a:ext cx="0" cy="127310"/>
            </a:xfrm>
            <a:prstGeom prst="straightConnector1">
              <a:avLst/>
            </a:prstGeom>
            <a:ln>
              <a:solidFill>
                <a:schemeClr val="bg2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ADA8984-0E7F-73AD-F142-C0913663FD89}"/>
              </a:ext>
            </a:extLst>
          </p:cNvPr>
          <p:cNvGrpSpPr/>
          <p:nvPr/>
        </p:nvGrpSpPr>
        <p:grpSpPr>
          <a:xfrm flipV="1">
            <a:off x="2549636" y="3645028"/>
            <a:ext cx="0" cy="216000"/>
            <a:chOff x="683568" y="2984500"/>
            <a:chExt cx="0" cy="136340"/>
          </a:xfrm>
        </p:grpSpPr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6FFCEF1F-85A0-1A47-0FC9-60C4893588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568" y="2984500"/>
              <a:ext cx="0" cy="12731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F405450F-4E20-B233-E136-04418A1CBF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568" y="2985840"/>
              <a:ext cx="0" cy="135000"/>
            </a:xfrm>
            <a:prstGeom prst="straightConnector1">
              <a:avLst/>
            </a:prstGeom>
            <a:ln>
              <a:solidFill>
                <a:schemeClr val="bg2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3EDF32F4-8252-E85F-8CEA-6A6719ECE64E}"/>
              </a:ext>
            </a:extLst>
          </p:cNvPr>
          <p:cNvSpPr/>
          <p:nvPr/>
        </p:nvSpPr>
        <p:spPr>
          <a:xfrm>
            <a:off x="2279636" y="3104964"/>
            <a:ext cx="540000" cy="54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l-PL" b="1" dirty="0"/>
              <a:t>2</a:t>
            </a:r>
            <a:endParaRPr lang="en-US" b="1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A9A543A-06D2-3FB0-7C82-3E78E4C7838B}"/>
              </a:ext>
            </a:extLst>
          </p:cNvPr>
          <p:cNvSpPr/>
          <p:nvPr/>
        </p:nvSpPr>
        <p:spPr>
          <a:xfrm>
            <a:off x="5735960" y="3104964"/>
            <a:ext cx="540000" cy="54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l-PL" b="1" dirty="0"/>
              <a:t>4</a:t>
            </a:r>
            <a:endParaRPr lang="en-US" b="1" dirty="0"/>
          </a:p>
        </p:txBody>
      </p:sp>
      <p:sp>
        <p:nvSpPr>
          <p:cNvPr id="63" name="Picture Placeholder 12">
            <a:extLst>
              <a:ext uri="{FF2B5EF4-FFF2-40B4-BE49-F238E27FC236}">
                <a16:creationId xmlns:a16="http://schemas.microsoft.com/office/drawing/2014/main" id="{C4A49E0A-898D-6D7B-2671-2573D2E3DAD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055500" y="4077132"/>
            <a:ext cx="540000" cy="540000"/>
          </a:xfrm>
          <a:prstGeom prst="rect">
            <a:avLst/>
          </a:prstGeom>
        </p:spPr>
        <p:txBody>
          <a:bodyPr wrap="square" bIns="0" anchor="ctr">
            <a:noAutofit/>
          </a:bodyPr>
          <a:lstStyle>
            <a:lvl1pPr marL="0" indent="0" algn="ctr">
              <a:buNone/>
              <a:defRPr b="1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64" name="Picture Placeholder 12">
            <a:extLst>
              <a:ext uri="{FF2B5EF4-FFF2-40B4-BE49-F238E27FC236}">
                <a16:creationId xmlns:a16="http://schemas.microsoft.com/office/drawing/2014/main" id="{F2EBD3C3-D017-08C2-93A9-9B45F780C29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547828" y="4077132"/>
            <a:ext cx="540000" cy="540000"/>
          </a:xfrm>
          <a:prstGeom prst="rect">
            <a:avLst/>
          </a:prstGeom>
        </p:spPr>
        <p:txBody>
          <a:bodyPr wrap="square" bIns="0" anchor="ctr">
            <a:noAutofit/>
          </a:bodyPr>
          <a:lstStyle>
            <a:lvl1pPr marL="0" indent="0" algn="ctr">
              <a:buNone/>
              <a:defRPr b="1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65" name="Picture Placeholder 12">
            <a:extLst>
              <a:ext uri="{FF2B5EF4-FFF2-40B4-BE49-F238E27FC236}">
                <a16:creationId xmlns:a16="http://schemas.microsoft.com/office/drawing/2014/main" id="{673DB920-4687-D6CC-DE4C-59524325A64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004212" y="4077132"/>
            <a:ext cx="540000" cy="540000"/>
          </a:xfrm>
          <a:prstGeom prst="rect">
            <a:avLst/>
          </a:prstGeom>
        </p:spPr>
        <p:txBody>
          <a:bodyPr wrap="square" bIns="0" anchor="ctr">
            <a:noAutofit/>
          </a:bodyPr>
          <a:lstStyle>
            <a:lvl1pPr marL="0" indent="0" algn="ctr">
              <a:buNone/>
              <a:defRPr b="1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id="{0ED68DDB-4D0A-83C0-DAFC-DBB253B5EBD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819696" y="3104964"/>
            <a:ext cx="540000" cy="540000"/>
          </a:xfrm>
          <a:prstGeom prst="rect">
            <a:avLst/>
          </a:prstGeom>
        </p:spPr>
        <p:txBody>
          <a:bodyPr wrap="square" bIns="0" anchor="ctr">
            <a:noAutofit/>
          </a:bodyPr>
          <a:lstStyle>
            <a:lvl1pPr marL="0" indent="0" algn="ctr">
              <a:buNone/>
              <a:defRPr b="1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67" name="Picture Placeholder 12">
            <a:extLst>
              <a:ext uri="{FF2B5EF4-FFF2-40B4-BE49-F238E27FC236}">
                <a16:creationId xmlns:a16="http://schemas.microsoft.com/office/drawing/2014/main" id="{A2586369-AB22-7A15-2A9B-23CB4F8E03E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76020" y="3104964"/>
            <a:ext cx="540000" cy="540000"/>
          </a:xfrm>
          <a:prstGeom prst="rect">
            <a:avLst/>
          </a:prstGeom>
        </p:spPr>
        <p:txBody>
          <a:bodyPr wrap="square" bIns="0" anchor="ctr">
            <a:noAutofit/>
          </a:bodyPr>
          <a:lstStyle>
            <a:lvl1pPr marL="0" indent="0" algn="ctr">
              <a:buNone/>
              <a:defRPr b="1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68" name="Picture Placeholder 12">
            <a:extLst>
              <a:ext uri="{FF2B5EF4-FFF2-40B4-BE49-F238E27FC236}">
                <a16:creationId xmlns:a16="http://schemas.microsoft.com/office/drawing/2014/main" id="{8950398B-A230-241D-A0D4-C27C15C59BC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9768408" y="3104964"/>
            <a:ext cx="540000" cy="540000"/>
          </a:xfrm>
          <a:prstGeom prst="rect">
            <a:avLst/>
          </a:prstGeom>
        </p:spPr>
        <p:txBody>
          <a:bodyPr wrap="square" bIns="0" anchor="ctr">
            <a:noAutofit/>
          </a:bodyPr>
          <a:lstStyle>
            <a:lvl1pPr marL="0" indent="0" algn="ctr">
              <a:buNone/>
              <a:defRPr b="1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69" name="Text Placeholder 6">
            <a:extLst>
              <a:ext uri="{FF2B5EF4-FFF2-40B4-BE49-F238E27FC236}">
                <a16:creationId xmlns:a16="http://schemas.microsoft.com/office/drawing/2014/main" id="{0C2A6326-C006-05AD-D951-1F6577909A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380" y="4761148"/>
            <a:ext cx="2592000" cy="1116000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70" name="Text Placeholder 6">
            <a:extLst>
              <a:ext uri="{FF2B5EF4-FFF2-40B4-BE49-F238E27FC236}">
                <a16:creationId xmlns:a16="http://schemas.microsoft.com/office/drawing/2014/main" id="{5412A41A-4ABB-1C7B-FE02-28C803A40D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79576" y="1844824"/>
            <a:ext cx="2592000" cy="1116124"/>
          </a:xfrm>
        </p:spPr>
        <p:txBody>
          <a:bodyPr anchor="b"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71" name="Text Placeholder 6">
            <a:extLst>
              <a:ext uri="{FF2B5EF4-FFF2-40B4-BE49-F238E27FC236}">
                <a16:creationId xmlns:a16="http://schemas.microsoft.com/office/drawing/2014/main" id="{881470AE-E0FD-1C04-DA0F-B3666CC645C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735960" y="1844824"/>
            <a:ext cx="2592000" cy="1116124"/>
          </a:xfrm>
        </p:spPr>
        <p:txBody>
          <a:bodyPr anchor="b"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72" name="Text Placeholder 6">
            <a:extLst>
              <a:ext uri="{FF2B5EF4-FFF2-40B4-BE49-F238E27FC236}">
                <a16:creationId xmlns:a16="http://schemas.microsoft.com/office/drawing/2014/main" id="{6EAFD100-B349-0D47-A2BF-CA737DA2299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28348" y="1844824"/>
            <a:ext cx="2592000" cy="1116124"/>
          </a:xfrm>
        </p:spPr>
        <p:txBody>
          <a:bodyPr anchor="b"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73" name="Text Placeholder 6">
            <a:extLst>
              <a:ext uri="{FF2B5EF4-FFF2-40B4-BE49-F238E27FC236}">
                <a16:creationId xmlns:a16="http://schemas.microsoft.com/office/drawing/2014/main" id="{FC405B48-2779-ACC0-A2DF-6A55D008DE4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007768" y="4761148"/>
            <a:ext cx="2592000" cy="1116000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74" name="Text Placeholder 6">
            <a:extLst>
              <a:ext uri="{FF2B5EF4-FFF2-40B4-BE49-F238E27FC236}">
                <a16:creationId xmlns:a16="http://schemas.microsoft.com/office/drawing/2014/main" id="{92E52A62-77C6-C46C-F326-2272CD3A55C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464152" y="4761148"/>
            <a:ext cx="2592000" cy="1116000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76" name="Title 23">
            <a:extLst>
              <a:ext uri="{FF2B5EF4-FFF2-40B4-BE49-F238E27FC236}">
                <a16:creationId xmlns:a16="http://schemas.microsoft.com/office/drawing/2014/main" id="{E87E3A55-7396-241E-9405-E5EF66AC1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800100"/>
            <a:ext cx="10872788" cy="1008000"/>
          </a:xfrm>
        </p:spPr>
        <p:txBody>
          <a:bodyPr anchor="t"/>
          <a:lstStyle>
            <a:lvl1pPr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17ACDCF-1671-818E-CF02-3F346C4CAFBB}"/>
              </a:ext>
            </a:extLst>
          </p:cNvPr>
          <p:cNvSpPr/>
          <p:nvPr/>
        </p:nvSpPr>
        <p:spPr>
          <a:xfrm>
            <a:off x="11388725" y="6057900"/>
            <a:ext cx="807728" cy="800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Slide Number Placeholder 21">
            <a:extLst>
              <a:ext uri="{FF2B5EF4-FFF2-40B4-BE49-F238E27FC236}">
                <a16:creationId xmlns:a16="http://schemas.microsoft.com/office/drawing/2014/main" id="{EBD4560D-7002-F91F-1E51-CD176DE712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06188" y="6201308"/>
            <a:ext cx="785812" cy="50165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PAGE </a:t>
            </a:r>
            <a:fld id="{DD8B5949-C86A-4C23-BE6F-4668B8D4752F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9" name="Graphic 78">
            <a:extLst>
              <a:ext uri="{FF2B5EF4-FFF2-40B4-BE49-F238E27FC236}">
                <a16:creationId xmlns:a16="http://schemas.microsoft.com/office/drawing/2014/main" id="{1BFC6254-40AD-8D0F-BF98-8405EA476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939" y="6270707"/>
            <a:ext cx="647514" cy="38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6405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83043B7-2368-185E-DCBE-6C82A0B719C9}"/>
              </a:ext>
            </a:extLst>
          </p:cNvPr>
          <p:cNvSpPr/>
          <p:nvPr/>
        </p:nvSpPr>
        <p:spPr>
          <a:xfrm>
            <a:off x="11388725" y="6057900"/>
            <a:ext cx="807728" cy="800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E0C832D-44AD-79DE-58F0-4C0AF157DCC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01544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E0C832D-44AD-79DE-58F0-4C0AF157DC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01994642-52C3-74E9-FDC2-519704D49E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06188" y="6201308"/>
            <a:ext cx="785812" cy="50165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PAGE </a:t>
            </a:r>
            <a:fld id="{DD8B5949-C86A-4C23-BE6F-4668B8D4752F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1E8A06D-390C-E158-5B01-637D8C2C3E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5939" y="6270707"/>
            <a:ext cx="647514" cy="382498"/>
          </a:xfrm>
          <a:prstGeom prst="rect">
            <a:avLst/>
          </a:prstGeom>
        </p:spPr>
      </p:pic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3BBC95E6-02D5-4CE4-5A2B-47B38F6F79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46772" y="2204864"/>
            <a:ext cx="3852000" cy="1620180"/>
          </a:xfrm>
        </p:spPr>
        <p:txBody>
          <a:bodyPr rIns="216000"/>
          <a:lstStyle>
            <a:lvl1pPr marL="0" indent="0">
              <a:buNone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EFD07D8-3E5B-F67C-78A0-9FA75C0566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46772" y="4221088"/>
            <a:ext cx="3852000" cy="1620180"/>
          </a:xfrm>
        </p:spPr>
        <p:txBody>
          <a:bodyPr rIns="216000"/>
          <a:lstStyle>
            <a:lvl1pPr marL="0" indent="0">
              <a:buNone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030934-D307-45F2-48F7-A4D715D5A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36588" y="2204864"/>
            <a:ext cx="3852000" cy="1620180"/>
          </a:xfrm>
        </p:spPr>
        <p:txBody>
          <a:bodyPr rIns="216000"/>
          <a:lstStyle>
            <a:lvl1pPr marL="0" indent="0">
              <a:buNone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72711DF-5B20-3BC4-2F4F-7C3AA9A830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536588" y="4221088"/>
            <a:ext cx="3852000" cy="1620180"/>
          </a:xfrm>
        </p:spPr>
        <p:txBody>
          <a:bodyPr rIns="216000"/>
          <a:lstStyle>
            <a:lvl1pPr marL="0" indent="0">
              <a:buNone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711CDE9E-8E6C-9F3A-BA2B-71BCFB87CAB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15938" y="2204864"/>
            <a:ext cx="1152000" cy="1152000"/>
          </a:xfrm>
          <a:prstGeom prst="rect">
            <a:avLst/>
          </a:prstGeom>
        </p:spPr>
        <p:txBody>
          <a:bodyPr wrap="square" bIns="684000" anchor="ctr">
            <a:noAutofit/>
          </a:bodyPr>
          <a:lstStyle>
            <a:lvl1pPr marL="0" indent="0" algn="ctr">
              <a:buNone/>
              <a:defRPr b="1"/>
            </a:lvl1pPr>
          </a:lstStyle>
          <a:p>
            <a:r>
              <a:rPr lang="en-GB" dirty="0"/>
              <a:t>PHOTO PLACEHOLDER</a:t>
            </a:r>
          </a:p>
        </p:txBody>
      </p:sp>
      <p:sp>
        <p:nvSpPr>
          <p:cNvPr id="12" name="Picture Placeholder 15">
            <a:extLst>
              <a:ext uri="{FF2B5EF4-FFF2-40B4-BE49-F238E27FC236}">
                <a16:creationId xmlns:a16="http://schemas.microsoft.com/office/drawing/2014/main" id="{000D8833-ED5E-348C-77B4-172C37EDB34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15938" y="4221216"/>
            <a:ext cx="1152000" cy="1152000"/>
          </a:xfrm>
          <a:prstGeom prst="rect">
            <a:avLst/>
          </a:prstGeom>
        </p:spPr>
        <p:txBody>
          <a:bodyPr wrap="square" bIns="684000" anchor="ctr">
            <a:noAutofit/>
          </a:bodyPr>
          <a:lstStyle>
            <a:lvl1pPr marL="0" indent="0" algn="ctr">
              <a:buNone/>
              <a:defRPr b="1"/>
            </a:lvl1pPr>
          </a:lstStyle>
          <a:p>
            <a:r>
              <a:rPr lang="en-GB" dirty="0"/>
              <a:t>PHOTO PLACEHOLDER</a:t>
            </a:r>
          </a:p>
        </p:txBody>
      </p:sp>
      <p:sp>
        <p:nvSpPr>
          <p:cNvPr id="13" name="Picture Placeholder 15">
            <a:extLst>
              <a:ext uri="{FF2B5EF4-FFF2-40B4-BE49-F238E27FC236}">
                <a16:creationId xmlns:a16="http://schemas.microsoft.com/office/drawing/2014/main" id="{A38AE3E7-89D1-8ED3-B5CF-0B73504CB2C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99064" y="2204992"/>
            <a:ext cx="1152000" cy="1152000"/>
          </a:xfrm>
          <a:prstGeom prst="rect">
            <a:avLst/>
          </a:prstGeom>
        </p:spPr>
        <p:txBody>
          <a:bodyPr wrap="square" bIns="684000" anchor="ctr">
            <a:noAutofit/>
          </a:bodyPr>
          <a:lstStyle>
            <a:lvl1pPr marL="0" indent="0" algn="ctr">
              <a:buNone/>
              <a:defRPr b="1"/>
            </a:lvl1pPr>
          </a:lstStyle>
          <a:p>
            <a:r>
              <a:rPr lang="en-GB" dirty="0"/>
              <a:t>PHOTO PLACEHOLDER</a:t>
            </a:r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3F15363B-9862-C5BC-0C97-4887BCA26AB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199064" y="4221088"/>
            <a:ext cx="1152000" cy="1152000"/>
          </a:xfrm>
          <a:prstGeom prst="rect">
            <a:avLst/>
          </a:prstGeom>
        </p:spPr>
        <p:txBody>
          <a:bodyPr wrap="square" bIns="684000" anchor="ctr">
            <a:noAutofit/>
          </a:bodyPr>
          <a:lstStyle>
            <a:lvl1pPr marL="0" indent="0" algn="ctr">
              <a:buNone/>
              <a:defRPr b="1"/>
            </a:lvl1pPr>
          </a:lstStyle>
          <a:p>
            <a:r>
              <a:rPr lang="en-GB" dirty="0"/>
              <a:t>PHOTO PLACEHOLDER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B0524B-B001-E589-16B4-F5554F40E110}"/>
              </a:ext>
            </a:extLst>
          </p:cNvPr>
          <p:cNvSpPr/>
          <p:nvPr/>
        </p:nvSpPr>
        <p:spPr>
          <a:xfrm>
            <a:off x="83380" y="2924992"/>
            <a:ext cx="432000" cy="4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01A4B5-4538-E31B-FF2D-C68281B643D9}"/>
              </a:ext>
            </a:extLst>
          </p:cNvPr>
          <p:cNvSpPr/>
          <p:nvPr/>
        </p:nvSpPr>
        <p:spPr>
          <a:xfrm>
            <a:off x="515938" y="3356992"/>
            <a:ext cx="432000" cy="43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6DF694-5272-CBE4-18F7-4899D51FC4E1}"/>
              </a:ext>
            </a:extLst>
          </p:cNvPr>
          <p:cNvSpPr/>
          <p:nvPr/>
        </p:nvSpPr>
        <p:spPr>
          <a:xfrm>
            <a:off x="1235508" y="5373216"/>
            <a:ext cx="432000" cy="4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C7AE8A-AE93-B9B4-44E6-A1AE6254B975}"/>
              </a:ext>
            </a:extLst>
          </p:cNvPr>
          <p:cNvSpPr/>
          <p:nvPr/>
        </p:nvSpPr>
        <p:spPr>
          <a:xfrm>
            <a:off x="5771950" y="4221088"/>
            <a:ext cx="432000" cy="4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E3780F-D81B-3FED-045F-AFFE4A11DB83}"/>
              </a:ext>
            </a:extLst>
          </p:cNvPr>
          <p:cNvSpPr/>
          <p:nvPr/>
        </p:nvSpPr>
        <p:spPr>
          <a:xfrm>
            <a:off x="6203950" y="3789040"/>
            <a:ext cx="432000" cy="43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Title 23">
            <a:extLst>
              <a:ext uri="{FF2B5EF4-FFF2-40B4-BE49-F238E27FC236}">
                <a16:creationId xmlns:a16="http://schemas.microsoft.com/office/drawing/2014/main" id="{E448D720-7047-31A1-2072-75FADC7F2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800100"/>
            <a:ext cx="10872788" cy="1008000"/>
          </a:xfrm>
        </p:spPr>
        <p:txBody>
          <a:bodyPr anchor="t"/>
          <a:lstStyle>
            <a:lvl1pPr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A218339-B665-3E6E-BC36-0563BC96D710}"/>
              </a:ext>
            </a:extLst>
          </p:cNvPr>
          <p:cNvSpPr/>
          <p:nvPr/>
        </p:nvSpPr>
        <p:spPr>
          <a:xfrm>
            <a:off x="5766803" y="2205038"/>
            <a:ext cx="432000" cy="43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0C7CD45-CCF6-F5F3-77E7-580FDF520EC5}"/>
              </a:ext>
            </a:extLst>
          </p:cNvPr>
          <p:cNvSpPr/>
          <p:nvPr/>
        </p:nvSpPr>
        <p:spPr>
          <a:xfrm>
            <a:off x="6919064" y="1772864"/>
            <a:ext cx="432000" cy="4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761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4" orient="horz" pos="1389">
          <p15:clr>
            <a:srgbClr val="FBAE40"/>
          </p15:clr>
        </p15:guide>
        <p15:guide id="5" pos="3591">
          <p15:clr>
            <a:srgbClr val="FBAE40"/>
          </p15:clr>
        </p15:guide>
        <p15:guide id="6" pos="3908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AC2B4-D0FD-7FCB-5129-F7FA542CB4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71564" y="1844824"/>
            <a:ext cx="9217161" cy="3672408"/>
          </a:xfrm>
        </p:spPr>
        <p:txBody>
          <a:bodyPr anchor="t"/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566258-BD99-DC97-0583-4B4869A014EB}"/>
              </a:ext>
            </a:extLst>
          </p:cNvPr>
          <p:cNvSpPr/>
          <p:nvPr/>
        </p:nvSpPr>
        <p:spPr>
          <a:xfrm>
            <a:off x="-16780" y="1583271"/>
            <a:ext cx="1585255" cy="15852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FAB4EC-0E6D-B159-4111-119F41C4FCB1}"/>
              </a:ext>
            </a:extLst>
          </p:cNvPr>
          <p:cNvSpPr/>
          <p:nvPr/>
        </p:nvSpPr>
        <p:spPr>
          <a:xfrm>
            <a:off x="776388" y="0"/>
            <a:ext cx="792088" cy="792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9A91B0-4A55-02A4-0E17-DB3DC80FE040}"/>
              </a:ext>
            </a:extLst>
          </p:cNvPr>
          <p:cNvSpPr/>
          <p:nvPr/>
        </p:nvSpPr>
        <p:spPr>
          <a:xfrm>
            <a:off x="1568476" y="791182"/>
            <a:ext cx="792088" cy="792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0DFA4E4-CA52-FB0E-0032-422E66F3D095}"/>
              </a:ext>
            </a:extLst>
          </p:cNvPr>
          <p:cNvGrpSpPr/>
          <p:nvPr/>
        </p:nvGrpSpPr>
        <p:grpSpPr>
          <a:xfrm>
            <a:off x="206363" y="1899887"/>
            <a:ext cx="1138968" cy="952022"/>
            <a:chOff x="5130329" y="313830"/>
            <a:chExt cx="449784" cy="375959"/>
          </a:xfrm>
          <a:solidFill>
            <a:schemeClr val="tx2"/>
          </a:solidFill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9224E03-AA35-0DC1-04A4-16C5189D15C9}"/>
                </a:ext>
              </a:extLst>
            </p:cNvPr>
            <p:cNvSpPr/>
            <p:nvPr/>
          </p:nvSpPr>
          <p:spPr>
            <a:xfrm>
              <a:off x="5392123" y="314101"/>
              <a:ext cx="187990" cy="375688"/>
            </a:xfrm>
            <a:custGeom>
              <a:avLst/>
              <a:gdLst>
                <a:gd name="connsiteX0" fmla="*/ 2397 w 264048"/>
                <a:gd name="connsiteY0" fmla="*/ 261176 h 527685"/>
                <a:gd name="connsiteX1" fmla="*/ 2397 w 264048"/>
                <a:gd name="connsiteY1" fmla="*/ 0 h 527685"/>
                <a:gd name="connsiteX2" fmla="*/ 263287 w 264048"/>
                <a:gd name="connsiteY2" fmla="*/ 0 h 527685"/>
                <a:gd name="connsiteX3" fmla="*/ 262430 w 264048"/>
                <a:gd name="connsiteY3" fmla="*/ 285560 h 527685"/>
                <a:gd name="connsiteX4" fmla="*/ 199184 w 264048"/>
                <a:gd name="connsiteY4" fmla="*/ 430625 h 527685"/>
                <a:gd name="connsiteX5" fmla="*/ 15923 w 264048"/>
                <a:gd name="connsiteY5" fmla="*/ 526828 h 527685"/>
                <a:gd name="connsiteX6" fmla="*/ 206 w 264048"/>
                <a:gd name="connsiteY6" fmla="*/ 527685 h 527685"/>
                <a:gd name="connsiteX7" fmla="*/ 206 w 264048"/>
                <a:gd name="connsiteY7" fmla="*/ 515398 h 527685"/>
                <a:gd name="connsiteX8" fmla="*/ 16 w 264048"/>
                <a:gd name="connsiteY8" fmla="*/ 432626 h 527685"/>
                <a:gd name="connsiteX9" fmla="*/ 10493 w 264048"/>
                <a:gd name="connsiteY9" fmla="*/ 420338 h 527685"/>
                <a:gd name="connsiteX10" fmla="*/ 157274 w 264048"/>
                <a:gd name="connsiteY10" fmla="*/ 272987 h 527685"/>
                <a:gd name="connsiteX11" fmla="*/ 148415 w 264048"/>
                <a:gd name="connsiteY11" fmla="*/ 260509 h 527685"/>
                <a:gd name="connsiteX12" fmla="*/ 9541 w 264048"/>
                <a:gd name="connsiteY12" fmla="*/ 260509 h 527685"/>
                <a:gd name="connsiteX13" fmla="*/ 2492 w 264048"/>
                <a:gd name="connsiteY13" fmla="*/ 261176 h 527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4048" h="527685">
                  <a:moveTo>
                    <a:pt x="2397" y="261176"/>
                  </a:moveTo>
                  <a:lnTo>
                    <a:pt x="2397" y="0"/>
                  </a:lnTo>
                  <a:lnTo>
                    <a:pt x="263287" y="0"/>
                  </a:lnTo>
                  <a:cubicBezTo>
                    <a:pt x="263287" y="95536"/>
                    <a:pt x="265477" y="190595"/>
                    <a:pt x="262430" y="285560"/>
                  </a:cubicBezTo>
                  <a:cubicBezTo>
                    <a:pt x="260620" y="340614"/>
                    <a:pt x="235093" y="388906"/>
                    <a:pt x="199184" y="430625"/>
                  </a:cubicBezTo>
                  <a:cubicBezTo>
                    <a:pt x="150987" y="486632"/>
                    <a:pt x="89836" y="519113"/>
                    <a:pt x="15923" y="526828"/>
                  </a:cubicBezTo>
                  <a:cubicBezTo>
                    <a:pt x="11255" y="527304"/>
                    <a:pt x="6588" y="527399"/>
                    <a:pt x="206" y="527685"/>
                  </a:cubicBezTo>
                  <a:cubicBezTo>
                    <a:pt x="206" y="522923"/>
                    <a:pt x="206" y="519208"/>
                    <a:pt x="206" y="515398"/>
                  </a:cubicBezTo>
                  <a:cubicBezTo>
                    <a:pt x="206" y="487775"/>
                    <a:pt x="587" y="460153"/>
                    <a:pt x="16" y="432626"/>
                  </a:cubicBezTo>
                  <a:cubicBezTo>
                    <a:pt x="-175" y="424339"/>
                    <a:pt x="1254" y="421767"/>
                    <a:pt x="10493" y="420338"/>
                  </a:cubicBezTo>
                  <a:cubicBezTo>
                    <a:pt x="89360" y="408337"/>
                    <a:pt x="146320" y="352044"/>
                    <a:pt x="157274" y="272987"/>
                  </a:cubicBezTo>
                  <a:cubicBezTo>
                    <a:pt x="158321" y="265748"/>
                    <a:pt x="157845" y="260509"/>
                    <a:pt x="148415" y="260509"/>
                  </a:cubicBezTo>
                  <a:cubicBezTo>
                    <a:pt x="102124" y="260604"/>
                    <a:pt x="55832" y="260509"/>
                    <a:pt x="9541" y="260509"/>
                  </a:cubicBezTo>
                  <a:cubicBezTo>
                    <a:pt x="7636" y="260509"/>
                    <a:pt x="5635" y="260890"/>
                    <a:pt x="2492" y="2611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E755E0F-9C38-7C2E-C219-F2A2249A0717}"/>
                </a:ext>
              </a:extLst>
            </p:cNvPr>
            <p:cNvSpPr/>
            <p:nvPr/>
          </p:nvSpPr>
          <p:spPr>
            <a:xfrm>
              <a:off x="5130329" y="313830"/>
              <a:ext cx="189105" cy="375848"/>
            </a:xfrm>
            <a:custGeom>
              <a:avLst/>
              <a:gdLst>
                <a:gd name="connsiteX0" fmla="*/ 4634 w 265614"/>
                <a:gd name="connsiteY0" fmla="*/ 95 h 527910"/>
                <a:gd name="connsiteX1" fmla="*/ 265428 w 265614"/>
                <a:gd name="connsiteY1" fmla="*/ 95 h 527910"/>
                <a:gd name="connsiteX2" fmla="*/ 265428 w 265614"/>
                <a:gd name="connsiteY2" fmla="*/ 31052 h 527910"/>
                <a:gd name="connsiteX3" fmla="*/ 265333 w 265614"/>
                <a:gd name="connsiteY3" fmla="*/ 254889 h 527910"/>
                <a:gd name="connsiteX4" fmla="*/ 16826 w 265614"/>
                <a:gd name="connsiteY4" fmla="*/ 527209 h 527910"/>
                <a:gd name="connsiteX5" fmla="*/ 62 w 265614"/>
                <a:gd name="connsiteY5" fmla="*/ 511588 h 527910"/>
                <a:gd name="connsiteX6" fmla="*/ 62 w 265614"/>
                <a:gd name="connsiteY6" fmla="*/ 431102 h 527910"/>
                <a:gd name="connsiteX7" fmla="*/ 10730 w 265614"/>
                <a:gd name="connsiteY7" fmla="*/ 420624 h 527910"/>
                <a:gd name="connsiteX8" fmla="*/ 118172 w 265614"/>
                <a:gd name="connsiteY8" fmla="*/ 363188 h 527910"/>
                <a:gd name="connsiteX9" fmla="*/ 158844 w 265614"/>
                <a:gd name="connsiteY9" fmla="*/ 262890 h 527910"/>
                <a:gd name="connsiteX10" fmla="*/ 143413 w 265614"/>
                <a:gd name="connsiteY10" fmla="*/ 261747 h 527910"/>
                <a:gd name="connsiteX11" fmla="*/ 12730 w 265614"/>
                <a:gd name="connsiteY11" fmla="*/ 262033 h 527910"/>
                <a:gd name="connsiteX12" fmla="*/ 2919 w 265614"/>
                <a:gd name="connsiteY12" fmla="*/ 252984 h 527910"/>
                <a:gd name="connsiteX13" fmla="*/ 3681 w 265614"/>
                <a:gd name="connsiteY13" fmla="*/ 10192 h 527910"/>
                <a:gd name="connsiteX14" fmla="*/ 4539 w 265614"/>
                <a:gd name="connsiteY14" fmla="*/ 0 h 527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5614" h="527910">
                  <a:moveTo>
                    <a:pt x="4634" y="95"/>
                  </a:moveTo>
                  <a:lnTo>
                    <a:pt x="265428" y="95"/>
                  </a:lnTo>
                  <a:cubicBezTo>
                    <a:pt x="265428" y="10763"/>
                    <a:pt x="265428" y="20955"/>
                    <a:pt x="265428" y="31052"/>
                  </a:cubicBezTo>
                  <a:cubicBezTo>
                    <a:pt x="265428" y="105632"/>
                    <a:pt x="265905" y="180213"/>
                    <a:pt x="265333" y="254889"/>
                  </a:cubicBezTo>
                  <a:cubicBezTo>
                    <a:pt x="264190" y="396240"/>
                    <a:pt x="157891" y="512350"/>
                    <a:pt x="16826" y="527209"/>
                  </a:cubicBezTo>
                  <a:cubicBezTo>
                    <a:pt x="-224" y="529019"/>
                    <a:pt x="-224" y="528447"/>
                    <a:pt x="62" y="511588"/>
                  </a:cubicBezTo>
                  <a:cubicBezTo>
                    <a:pt x="633" y="484823"/>
                    <a:pt x="729" y="457962"/>
                    <a:pt x="62" y="431102"/>
                  </a:cubicBezTo>
                  <a:cubicBezTo>
                    <a:pt x="-129" y="422339"/>
                    <a:pt x="4539" y="421577"/>
                    <a:pt x="10730" y="420624"/>
                  </a:cubicBezTo>
                  <a:cubicBezTo>
                    <a:pt x="53211" y="413861"/>
                    <a:pt x="89787" y="396050"/>
                    <a:pt x="118172" y="363188"/>
                  </a:cubicBezTo>
                  <a:cubicBezTo>
                    <a:pt x="142746" y="334708"/>
                    <a:pt x="155605" y="301562"/>
                    <a:pt x="158844" y="262890"/>
                  </a:cubicBezTo>
                  <a:cubicBezTo>
                    <a:pt x="153319" y="262509"/>
                    <a:pt x="148366" y="261747"/>
                    <a:pt x="143413" y="261747"/>
                  </a:cubicBezTo>
                  <a:cubicBezTo>
                    <a:pt x="99884" y="261747"/>
                    <a:pt x="56259" y="261747"/>
                    <a:pt x="12730" y="262033"/>
                  </a:cubicBezTo>
                  <a:cubicBezTo>
                    <a:pt x="5682" y="262033"/>
                    <a:pt x="2919" y="260604"/>
                    <a:pt x="2919" y="252984"/>
                  </a:cubicBezTo>
                  <a:cubicBezTo>
                    <a:pt x="3301" y="172022"/>
                    <a:pt x="3491" y="91154"/>
                    <a:pt x="3681" y="10192"/>
                  </a:cubicBezTo>
                  <a:cubicBezTo>
                    <a:pt x="3681" y="7144"/>
                    <a:pt x="4158" y="4096"/>
                    <a:pt x="4539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6963984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and dev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7D927BD-C150-22CE-83E0-3BA073A65E10}"/>
              </a:ext>
            </a:extLst>
          </p:cNvPr>
          <p:cNvSpPr/>
          <p:nvPr/>
        </p:nvSpPr>
        <p:spPr>
          <a:xfrm>
            <a:off x="0" y="0"/>
            <a:ext cx="404377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C8F7B3-26EA-9436-45A9-62F603D43AEC}"/>
              </a:ext>
            </a:extLst>
          </p:cNvPr>
          <p:cNvSpPr/>
          <p:nvPr/>
        </p:nvSpPr>
        <p:spPr>
          <a:xfrm>
            <a:off x="11388725" y="6057900"/>
            <a:ext cx="807728" cy="800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E0C832D-44AD-79DE-58F0-4C0AF157DCC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01544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E0C832D-44AD-79DE-58F0-4C0AF157DC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phic 3">
            <a:extLst>
              <a:ext uri="{FF2B5EF4-FFF2-40B4-BE49-F238E27FC236}">
                <a16:creationId xmlns:a16="http://schemas.microsoft.com/office/drawing/2014/main" id="{F1E8A06D-390C-E158-5B01-637D8C2C3E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5939" y="6270707"/>
            <a:ext cx="647514" cy="382498"/>
          </a:xfrm>
          <a:prstGeom prst="rect">
            <a:avLst/>
          </a:prstGeom>
        </p:spPr>
      </p:pic>
      <p:sp>
        <p:nvSpPr>
          <p:cNvPr id="14" name="Title 23">
            <a:extLst>
              <a:ext uri="{FF2B5EF4-FFF2-40B4-BE49-F238E27FC236}">
                <a16:creationId xmlns:a16="http://schemas.microsoft.com/office/drawing/2014/main" id="{A820B457-DE89-8A44-3934-B5EFE1E2A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80" y="800100"/>
            <a:ext cx="3240645" cy="1008000"/>
          </a:xfrm>
        </p:spPr>
        <p:txBody>
          <a:bodyPr anchor="t"/>
          <a:lstStyle>
            <a:lvl1pPr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0F99AF52-5949-7D33-3BD2-C35BF6AA1E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382" y="2204864"/>
            <a:ext cx="3240644" cy="385242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8" name="Slide Number Placeholder 21">
            <a:extLst>
              <a:ext uri="{FF2B5EF4-FFF2-40B4-BE49-F238E27FC236}">
                <a16:creationId xmlns:a16="http://schemas.microsoft.com/office/drawing/2014/main" id="{0CBF44B3-BEAD-9726-B8DA-61D31BEA9E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06188" y="6201308"/>
            <a:ext cx="785812" cy="50165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PAGE </a:t>
            </a:r>
            <a:fld id="{DD8B5949-C86A-4C23-BE6F-4668B8D4752F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42D78E-BF76-674B-7818-F4E631E602DC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607"/>
          <a:stretch/>
        </p:blipFill>
        <p:spPr>
          <a:xfrm>
            <a:off x="3899756" y="332656"/>
            <a:ext cx="8292244" cy="6274912"/>
          </a:xfrm>
          <a:prstGeom prst="rect">
            <a:avLst/>
          </a:prstGeom>
        </p:spPr>
      </p:pic>
      <p:sp>
        <p:nvSpPr>
          <p:cNvPr id="5" name="Picture Placeholder 15">
            <a:extLst>
              <a:ext uri="{FF2B5EF4-FFF2-40B4-BE49-F238E27FC236}">
                <a16:creationId xmlns:a16="http://schemas.microsoft.com/office/drawing/2014/main" id="{95B258AA-8D88-DC4B-E025-9184ECFCB90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151314" y="1300116"/>
            <a:ext cx="6345286" cy="3965087"/>
          </a:xfrm>
          <a:prstGeom prst="rect">
            <a:avLst/>
          </a:prstGeom>
          <a:solidFill>
            <a:schemeClr val="bg1"/>
          </a:solidFill>
        </p:spPr>
        <p:txBody>
          <a:bodyPr wrap="square" bIns="684000" anchor="ctr">
            <a:noAutofit/>
          </a:bodyPr>
          <a:lstStyle>
            <a:lvl1pPr marL="0" indent="0" algn="ctr">
              <a:buNone/>
              <a:defRPr b="1"/>
            </a:lvl1pPr>
          </a:lstStyle>
          <a:p>
            <a:r>
              <a:rPr lang="en-GB" dirty="0"/>
              <a:t>SCREENSHOT PLACEHOLDER</a:t>
            </a:r>
          </a:p>
        </p:txBody>
      </p:sp>
    </p:spTree>
    <p:extLst>
      <p:ext uri="{BB962C8B-B14F-4D97-AF65-F5344CB8AC3E}">
        <p14:creationId xmlns:p14="http://schemas.microsoft.com/office/powerpoint/2010/main" val="3427523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3" orient="horz" pos="3816">
          <p15:clr>
            <a:srgbClr val="FBAE40"/>
          </p15:clr>
        </p15:guide>
        <p15:guide id="4" orient="horz" pos="1389">
          <p15:clr>
            <a:srgbClr val="FBAE40"/>
          </p15:clr>
        </p15:guide>
        <p15:guide id="5" orient="horz" pos="1139">
          <p15:clr>
            <a:srgbClr val="FBAE40"/>
          </p15:clr>
        </p15:guide>
        <p15:guide id="8" pos="2366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p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DF90A-13D5-EE2B-1294-2F73FCF0C1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7948" y="4041068"/>
            <a:ext cx="5760777" cy="1692188"/>
          </a:xfrm>
        </p:spPr>
        <p:txBody>
          <a:bodyPr anchor="t"/>
          <a:lstStyle>
            <a:lvl1pPr>
              <a:defRPr sz="6600" b="0">
                <a:solidFill>
                  <a:schemeClr val="bg1"/>
                </a:solidFill>
                <a:latin typeface="MarianinaFY-Regular" panose="02000506000000020004" pitchFamily="2" charset="0"/>
              </a:defRPr>
            </a:lvl1pPr>
          </a:lstStyle>
          <a:p>
            <a:r>
              <a:rPr lang="en-US" dirty="0"/>
              <a:t>Thank you.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03D080-F41D-4E42-98AB-3D15F7E8B060}"/>
              </a:ext>
            </a:extLst>
          </p:cNvPr>
          <p:cNvSpPr/>
          <p:nvPr/>
        </p:nvSpPr>
        <p:spPr>
          <a:xfrm>
            <a:off x="3973350" y="2894454"/>
            <a:ext cx="792088" cy="7920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A3A33B-379E-0AD2-0DD7-6ACEF455D938}"/>
              </a:ext>
            </a:extLst>
          </p:cNvPr>
          <p:cNvSpPr/>
          <p:nvPr/>
        </p:nvSpPr>
        <p:spPr>
          <a:xfrm>
            <a:off x="4763852" y="6065912"/>
            <a:ext cx="792088" cy="792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59413F-E68C-823B-BB87-A3EB00EDF262}"/>
              </a:ext>
            </a:extLst>
          </p:cNvPr>
          <p:cNvSpPr/>
          <p:nvPr/>
        </p:nvSpPr>
        <p:spPr>
          <a:xfrm>
            <a:off x="3973350" y="5271554"/>
            <a:ext cx="792088" cy="792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4C0274-1568-CADE-9738-1553029A78FB}"/>
              </a:ext>
            </a:extLst>
          </p:cNvPr>
          <p:cNvSpPr/>
          <p:nvPr/>
        </p:nvSpPr>
        <p:spPr>
          <a:xfrm>
            <a:off x="2389682" y="4476533"/>
            <a:ext cx="792088" cy="792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115DBC-6A99-57BF-AFD5-5DD1EEFBA1F0}"/>
              </a:ext>
            </a:extLst>
          </p:cNvPr>
          <p:cNvSpPr/>
          <p:nvPr/>
        </p:nvSpPr>
        <p:spPr>
          <a:xfrm>
            <a:off x="3182130" y="3683652"/>
            <a:ext cx="792088" cy="792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3351F65-DB57-B91C-83CA-8BD2C056952F}"/>
              </a:ext>
            </a:extLst>
          </p:cNvPr>
          <p:cNvCxnSpPr/>
          <p:nvPr/>
        </p:nvCxnSpPr>
        <p:spPr>
          <a:xfrm>
            <a:off x="5591944" y="3861048"/>
            <a:ext cx="660005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0102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43A2284-A392-46E9-B23F-DE955E656EF8}"/>
              </a:ext>
            </a:extLst>
          </p:cNvPr>
          <p:cNvGraphicFramePr>
            <a:graphicFrameLocks noChangeAspect="1"/>
          </p:cNvGraphicFramePr>
          <p:nvPr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30965884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624" imgH="623" progId="TCLayout.ActiveDocument.1">
                  <p:embed/>
                </p:oleObj>
              </mc:Choice>
              <mc:Fallback>
                <p:oleObj name="think-cell Slide" r:id="rId28" imgW="624" imgH="62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43A2284-A392-46E9-B23F-DE955E656E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98854828-4BA9-CB6C-81F5-F2410FC8A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0"/>
            <a:ext cx="10872788" cy="1188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17914-2138-1906-1531-055CABB59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449388"/>
            <a:ext cx="10872788" cy="48958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1163E-242A-2DAC-C076-69983601E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37966" y="6424062"/>
            <a:ext cx="11212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E05309-55D2-4C24-9336-07614835CC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60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11" r:id="rId2"/>
    <p:sldLayoutId id="2147483714" r:id="rId3"/>
    <p:sldLayoutId id="2147483704" r:id="rId4"/>
    <p:sldLayoutId id="2147483713" r:id="rId5"/>
    <p:sldLayoutId id="2147483705" r:id="rId6"/>
    <p:sldLayoutId id="2147483710" r:id="rId7"/>
    <p:sldLayoutId id="2147483712" r:id="rId8"/>
    <p:sldLayoutId id="2147483706" r:id="rId9"/>
    <p:sldLayoutId id="2147483702" r:id="rId10"/>
    <p:sldLayoutId id="2147483715" r:id="rId11"/>
    <p:sldLayoutId id="2147483716" r:id="rId12"/>
    <p:sldLayoutId id="2147483726" r:id="rId13"/>
    <p:sldLayoutId id="2147483717" r:id="rId14"/>
    <p:sldLayoutId id="2147483708" r:id="rId15"/>
    <p:sldLayoutId id="2147483718" r:id="rId16"/>
    <p:sldLayoutId id="2147483707" r:id="rId17"/>
    <p:sldLayoutId id="2147483709" r:id="rId18"/>
    <p:sldLayoutId id="2147483719" r:id="rId19"/>
    <p:sldLayoutId id="2147483720" r:id="rId20"/>
    <p:sldLayoutId id="2147483721" r:id="rId21"/>
    <p:sldLayoutId id="2147483722" r:id="rId22"/>
    <p:sldLayoutId id="2147483723" r:id="rId23"/>
    <p:sldLayoutId id="2147483724" r:id="rId24"/>
    <p:sldLayoutId id="2147483725" r:id="rId2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900"/>
        </a:spcBef>
        <a:buClr>
          <a:schemeClr val="bg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0850" indent="-215900" algn="l" defTabSz="914400" rtl="0" eaLnBrk="1" latinLnBrk="0" hangingPunct="1">
        <a:lnSpc>
          <a:spcPct val="90000"/>
        </a:lnSpc>
        <a:spcBef>
          <a:spcPts val="9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47700" indent="-215900" algn="l" defTabSz="914400" rtl="0" eaLnBrk="1" latinLnBrk="0" hangingPunct="1">
        <a:lnSpc>
          <a:spcPct val="90000"/>
        </a:lnSpc>
        <a:spcBef>
          <a:spcPts val="900"/>
        </a:spcBef>
        <a:buClr>
          <a:schemeClr val="bg2"/>
        </a:buClr>
        <a:buFont typeface="Wingdings" panose="05000000000000000000" pitchFamily="2" charset="2"/>
        <a:buChar char="§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3600" indent="-215900" algn="l" defTabSz="914400" rtl="0" eaLnBrk="1" latinLnBrk="0" hangingPunct="1">
        <a:lnSpc>
          <a:spcPct val="90000"/>
        </a:lnSpc>
        <a:spcBef>
          <a:spcPts val="900"/>
        </a:spcBef>
        <a:buFont typeface="Wingdings" panose="05000000000000000000" pitchFamily="2" charset="2"/>
        <a:buChar char="§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73150" indent="-215900" algn="l" defTabSz="914400" rtl="0" eaLnBrk="1" latinLnBrk="0" hangingPunct="1">
        <a:lnSpc>
          <a:spcPct val="90000"/>
        </a:lnSpc>
        <a:spcBef>
          <a:spcPts val="900"/>
        </a:spcBef>
        <a:buClr>
          <a:schemeClr val="bg2"/>
        </a:buClr>
        <a:buFont typeface="Wingdings" panose="05000000000000000000" pitchFamily="2" charset="2"/>
        <a:buChar char="§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25">
          <p15:clr>
            <a:srgbClr val="F26B43"/>
          </p15:clr>
        </p15:guide>
        <p15:guide id="3" pos="717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rfuchs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31">
            <a:extLst>
              <a:ext uri="{FF2B5EF4-FFF2-40B4-BE49-F238E27FC236}">
                <a16:creationId xmlns:a16="http://schemas.microsoft.com/office/drawing/2014/main" id="{FD61B119-9A93-BC62-FF6F-47A568109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744924"/>
            <a:ext cx="6816725" cy="1692188"/>
          </a:xfrm>
        </p:spPr>
        <p:txBody>
          <a:bodyPr>
            <a:normAutofit fontScale="90000"/>
          </a:bodyPr>
          <a:lstStyle/>
          <a:p>
            <a:r>
              <a:rPr lang="en-US" dirty="0"/>
              <a:t>The right tool for the job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4AE2291C-ECD4-096E-4F5C-1F3D62AD4E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57565" y="3980913"/>
            <a:ext cx="5760777" cy="1188182"/>
          </a:xfrm>
        </p:spPr>
        <p:txBody>
          <a:bodyPr/>
          <a:lstStyle/>
          <a:p>
            <a:r>
              <a:rPr lang="en-US" dirty="0"/>
              <a:t>Which aspects to consider when choosing a documentation framework</a:t>
            </a:r>
          </a:p>
        </p:txBody>
      </p:sp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674F658C-8B0D-F80E-BA94-691B151975FC}"/>
              </a:ext>
            </a:extLst>
          </p:cNvPr>
          <p:cNvSpPr txBox="1">
            <a:spLocks/>
          </p:cNvSpPr>
          <p:nvPr/>
        </p:nvSpPr>
        <p:spPr>
          <a:xfrm>
            <a:off x="4657565" y="5422825"/>
            <a:ext cx="7093001" cy="118818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bg2"/>
              </a:buClr>
              <a:buFont typeface="Wingdings" panose="05000000000000000000" pitchFamily="2" charset="2"/>
              <a:buNone/>
              <a:defRPr sz="3200" kern="1200" cap="all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  <a:lvl2pPr marL="450850" indent="-21590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647700" indent="-21590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863600" indent="-21590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Font typeface="Wingdings" panose="05000000000000000000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073150" indent="-21590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Ruth Fuchss</a:t>
            </a:r>
          </a:p>
          <a:p>
            <a:pPr algn="r"/>
            <a:r>
              <a:rPr lang="en-US" sz="2000" dirty="0">
                <a:solidFill>
                  <a:schemeClr val="bg1"/>
                </a:solidFill>
              </a:rPr>
              <a:t>technical writer at </a:t>
            </a:r>
            <a:r>
              <a:rPr lang="en-US" sz="2000" dirty="0" err="1">
                <a:solidFill>
                  <a:schemeClr val="bg1"/>
                </a:solidFill>
              </a:rPr>
              <a:t>Autronica</a:t>
            </a:r>
            <a:r>
              <a:rPr lang="en-US" sz="2000" dirty="0">
                <a:solidFill>
                  <a:schemeClr val="bg1"/>
                </a:solidFill>
              </a:rPr>
              <a:t> Fire and Security AS</a:t>
            </a:r>
          </a:p>
          <a:p>
            <a:pPr algn="r"/>
            <a:r>
              <a:rPr lang="en-US" sz="2000" dirty="0">
                <a:solidFill>
                  <a:schemeClr val="bg1"/>
                </a:solidFill>
              </a:rPr>
              <a:t>Ruth.Fuchss@autronicagroup.com, </a:t>
            </a:r>
            <a:r>
              <a:rPr lang="en-US" sz="2000" dirty="0">
                <a:solidFill>
                  <a:schemeClr val="accent3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https://www.linkedin.com/in/rfuchss/</a:t>
            </a:r>
            <a:endParaRPr lang="en-US" sz="20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5130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769AD2A9-804F-7D95-BD7F-12ED655D62F0}"/>
              </a:ext>
            </a:extLst>
          </p:cNvPr>
          <p:cNvSpPr/>
          <p:nvPr/>
        </p:nvSpPr>
        <p:spPr>
          <a:xfrm>
            <a:off x="987972" y="-1"/>
            <a:ext cx="8555421" cy="856593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88171B-3250-609A-6E21-D8D38AA8C7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B5949-C86A-4C23-BE6F-4668B8D4752F}" type="slidenum">
              <a:rPr lang="en-GB" smtClean="0"/>
              <a:pPr/>
              <a:t>2</a:t>
            </a:fld>
            <a:endParaRPr lang="en-GB" dirty="0"/>
          </a:p>
        </p:txBody>
      </p:sp>
      <p:pic>
        <p:nvPicPr>
          <p:cNvPr id="33" name="Picture 3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D73A3C4-4311-6328-0550-4F9859C32DC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000" y="-1440000"/>
            <a:ext cx="9525000" cy="9525000"/>
          </a:xfrm>
          <a:prstGeom prst="rect">
            <a:avLst/>
          </a:prstGeom>
        </p:spPr>
      </p:pic>
      <p:pic>
        <p:nvPicPr>
          <p:cNvPr id="35" name="Picture 34" descr="Yellow text on a black background&#10;&#10;AI-generated content may be incorrect.">
            <a:extLst>
              <a:ext uri="{FF2B5EF4-FFF2-40B4-BE49-F238E27FC236}">
                <a16:creationId xmlns:a16="http://schemas.microsoft.com/office/drawing/2014/main" id="{BC707F5A-A33A-2E36-790B-3DB7F374675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000" y="-1440000"/>
            <a:ext cx="9525000" cy="9525000"/>
          </a:xfrm>
          <a:prstGeom prst="rect">
            <a:avLst/>
          </a:prstGeom>
        </p:spPr>
      </p:pic>
      <p:pic>
        <p:nvPicPr>
          <p:cNvPr id="37" name="Picture 36" descr="A black background with yellow text&#10;&#10;AI-generated content may be incorrect.">
            <a:extLst>
              <a:ext uri="{FF2B5EF4-FFF2-40B4-BE49-F238E27FC236}">
                <a16:creationId xmlns:a16="http://schemas.microsoft.com/office/drawing/2014/main" id="{1EE155E0-51A6-DB7A-E535-A8F19348023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000" y="-1440000"/>
            <a:ext cx="9525000" cy="9525000"/>
          </a:xfrm>
          <a:prstGeom prst="rect">
            <a:avLst/>
          </a:prstGeom>
        </p:spPr>
      </p:pic>
      <p:pic>
        <p:nvPicPr>
          <p:cNvPr id="39" name="Picture 38" descr="A black background with yellow and red text&#10;&#10;AI-generated content may be incorrect.">
            <a:extLst>
              <a:ext uri="{FF2B5EF4-FFF2-40B4-BE49-F238E27FC236}">
                <a16:creationId xmlns:a16="http://schemas.microsoft.com/office/drawing/2014/main" id="{666B88AB-3778-0D6C-CF42-71F6B63E149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000" y="-1440000"/>
            <a:ext cx="9525000" cy="9525000"/>
          </a:xfrm>
          <a:prstGeom prst="rect">
            <a:avLst/>
          </a:prstGeom>
        </p:spPr>
      </p:pic>
      <p:pic>
        <p:nvPicPr>
          <p:cNvPr id="41" name="Picture 40" descr="A black background with colorful text&#10;&#10;AI-generated content may be incorrect.">
            <a:extLst>
              <a:ext uri="{FF2B5EF4-FFF2-40B4-BE49-F238E27FC236}">
                <a16:creationId xmlns:a16="http://schemas.microsoft.com/office/drawing/2014/main" id="{30D3372C-C4B8-96B8-B087-EB24D58BF37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000" y="-1440000"/>
            <a:ext cx="9525000" cy="9525000"/>
          </a:xfrm>
          <a:prstGeom prst="rect">
            <a:avLst/>
          </a:prstGeom>
        </p:spPr>
      </p:pic>
      <p:pic>
        <p:nvPicPr>
          <p:cNvPr id="43" name="Picture 42" descr="A black background with colorful text&#10;&#10;AI-generated content may be incorrect.">
            <a:extLst>
              <a:ext uri="{FF2B5EF4-FFF2-40B4-BE49-F238E27FC236}">
                <a16:creationId xmlns:a16="http://schemas.microsoft.com/office/drawing/2014/main" id="{650592E4-ABC6-A673-68F3-549E7C4288A1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000" y="-1440000"/>
            <a:ext cx="9525000" cy="9525000"/>
          </a:xfrm>
          <a:prstGeom prst="rect">
            <a:avLst/>
          </a:prstGeom>
        </p:spPr>
      </p:pic>
      <p:pic>
        <p:nvPicPr>
          <p:cNvPr id="45" name="Picture 44" descr="A close up of words&#10;&#10;AI-generated content may be incorrect.">
            <a:extLst>
              <a:ext uri="{FF2B5EF4-FFF2-40B4-BE49-F238E27FC236}">
                <a16:creationId xmlns:a16="http://schemas.microsoft.com/office/drawing/2014/main" id="{6DF9517F-1B22-7738-636A-2316EBD66BA5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000" y="-1440000"/>
            <a:ext cx="9525000" cy="9525000"/>
          </a:xfrm>
          <a:prstGeom prst="rect">
            <a:avLst/>
          </a:prstGeom>
        </p:spPr>
      </p:pic>
      <p:pic>
        <p:nvPicPr>
          <p:cNvPr id="47" name="Picture 46" descr="A close up of words&#10;&#10;AI-generated content may be incorrect.">
            <a:extLst>
              <a:ext uri="{FF2B5EF4-FFF2-40B4-BE49-F238E27FC236}">
                <a16:creationId xmlns:a16="http://schemas.microsoft.com/office/drawing/2014/main" id="{CDD09D10-130A-3DF9-5EB6-A72DFDA79855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000" y="-1440000"/>
            <a:ext cx="9525000" cy="9525000"/>
          </a:xfrm>
          <a:prstGeom prst="rect">
            <a:avLst/>
          </a:prstGeom>
        </p:spPr>
      </p:pic>
      <p:pic>
        <p:nvPicPr>
          <p:cNvPr id="49" name="Picture 48" descr="A close up of words&#10;&#10;AI-generated content may be incorrect.">
            <a:extLst>
              <a:ext uri="{FF2B5EF4-FFF2-40B4-BE49-F238E27FC236}">
                <a16:creationId xmlns:a16="http://schemas.microsoft.com/office/drawing/2014/main" id="{E713EC29-3EA7-A8F1-9660-8130FA89CA84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000" y="-1440000"/>
            <a:ext cx="9525000" cy="9525000"/>
          </a:xfrm>
          <a:prstGeom prst="rect">
            <a:avLst/>
          </a:prstGeom>
        </p:spPr>
      </p:pic>
      <p:pic>
        <p:nvPicPr>
          <p:cNvPr id="51" name="Picture 50" descr="A close up of words&#10;&#10;AI-generated content may be incorrect.">
            <a:extLst>
              <a:ext uri="{FF2B5EF4-FFF2-40B4-BE49-F238E27FC236}">
                <a16:creationId xmlns:a16="http://schemas.microsoft.com/office/drawing/2014/main" id="{3541377F-1021-C5A1-6F3D-0486B5B0D0DB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000" y="-1440000"/>
            <a:ext cx="9525000" cy="9525000"/>
          </a:xfrm>
          <a:prstGeom prst="rect">
            <a:avLst/>
          </a:prstGeom>
        </p:spPr>
      </p:pic>
      <p:pic>
        <p:nvPicPr>
          <p:cNvPr id="53" name="Picture 52" descr="A close up of words&#10;&#10;AI-generated content may be incorrect.">
            <a:extLst>
              <a:ext uri="{FF2B5EF4-FFF2-40B4-BE49-F238E27FC236}">
                <a16:creationId xmlns:a16="http://schemas.microsoft.com/office/drawing/2014/main" id="{E1ADC866-1EBD-6933-2090-CC97508FC264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000" y="-1440000"/>
            <a:ext cx="9525000" cy="95250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CF991B71-FDC7-355B-A079-6D84A0CAE101}"/>
              </a:ext>
            </a:extLst>
          </p:cNvPr>
          <p:cNvSpPr txBox="1"/>
          <p:nvPr/>
        </p:nvSpPr>
        <p:spPr>
          <a:xfrm>
            <a:off x="9656465" y="241442"/>
            <a:ext cx="2441749" cy="10895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36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What is a “tool”?</a:t>
            </a:r>
          </a:p>
        </p:txBody>
      </p:sp>
    </p:spTree>
    <p:extLst>
      <p:ext uri="{BB962C8B-B14F-4D97-AF65-F5344CB8AC3E}">
        <p14:creationId xmlns:p14="http://schemas.microsoft.com/office/powerpoint/2010/main" val="765460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BC82D-D55B-A5F1-3338-0F6E30659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27703"/>
            <a:ext cx="10872787" cy="1380397"/>
          </a:xfrm>
        </p:spPr>
        <p:txBody>
          <a:bodyPr/>
          <a:lstStyle/>
          <a:p>
            <a:r>
              <a:rPr lang="en-US" dirty="0"/>
              <a:t>Documentation methodologies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19C8B-6A93-10A8-D694-1CA226CF5F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938" y="1808100"/>
            <a:ext cx="5184000" cy="4249800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Use the same tools and workflows for documentation as for code</a:t>
            </a:r>
          </a:p>
          <a:p>
            <a:r>
              <a:rPr lang="en-US" sz="1600" dirty="0"/>
              <a:t>Write documentation in text files</a:t>
            </a:r>
          </a:p>
          <a:p>
            <a:r>
              <a:rPr lang="en-US" sz="1600" dirty="0"/>
              <a:t>Store files in version control</a:t>
            </a:r>
          </a:p>
          <a:p>
            <a:r>
              <a:rPr lang="en-US" sz="1600" dirty="0"/>
              <a:t>Define documents by grouping files</a:t>
            </a:r>
          </a:p>
          <a:p>
            <a:r>
              <a:rPr lang="en-US" sz="1600" dirty="0"/>
              <a:t>Manually or automatically build documentation output </a:t>
            </a:r>
          </a:p>
          <a:p>
            <a:r>
              <a:rPr lang="en-US" sz="1600" dirty="0"/>
              <a:t>Use established processes for review and approval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800" b="1" dirty="0"/>
              <a:t>Pros and cons:</a:t>
            </a:r>
          </a:p>
          <a:p>
            <a:r>
              <a:rPr lang="en-US" sz="1600" dirty="0"/>
              <a:t>Full control over doc files/structure/processes</a:t>
            </a:r>
          </a:p>
          <a:p>
            <a:r>
              <a:rPr lang="en-US" sz="1600" dirty="0"/>
              <a:t>Everyone can choose their preferred editor</a:t>
            </a:r>
          </a:p>
          <a:p>
            <a:r>
              <a:rPr lang="en-US" sz="1600" dirty="0"/>
              <a:t>Flexibility for customization – but high complexity</a:t>
            </a:r>
          </a:p>
          <a:p>
            <a:r>
              <a:rPr lang="en-US" sz="1600" dirty="0"/>
              <a:t>Encourages developer contribution (or writing)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1E434-8954-6E28-E5BD-6D9EE451F55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04012" y="1808100"/>
            <a:ext cx="5472050" cy="4249800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Use a specialized tool for all your documentation needs</a:t>
            </a:r>
          </a:p>
          <a:p>
            <a:r>
              <a:rPr lang="en-US" sz="1600" dirty="0"/>
              <a:t>Write documentation in the tool (usually WYSIWYG editor)</a:t>
            </a:r>
          </a:p>
          <a:p>
            <a:r>
              <a:rPr lang="en-US" sz="1600" dirty="0"/>
              <a:t>Save your content in semantic chunks (topics, snippets)</a:t>
            </a:r>
          </a:p>
          <a:p>
            <a:r>
              <a:rPr lang="en-US" sz="1600" dirty="0"/>
              <a:t>Define documents by grouping chunks</a:t>
            </a:r>
          </a:p>
          <a:p>
            <a:r>
              <a:rPr lang="en-US" sz="1600" dirty="0"/>
              <a:t>View automatically built documentation output</a:t>
            </a:r>
          </a:p>
          <a:p>
            <a:r>
              <a:rPr lang="en-US" sz="1600" dirty="0"/>
              <a:t>Use workflows defined in the tool for review and approval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800" b="1" dirty="0"/>
              <a:t>Pros and cons:</a:t>
            </a:r>
          </a:p>
          <a:p>
            <a:r>
              <a:rPr lang="en-US" sz="1600" dirty="0"/>
              <a:t>The full process is controlled by the CCMS</a:t>
            </a:r>
          </a:p>
          <a:p>
            <a:r>
              <a:rPr lang="en-US" sz="1600" dirty="0"/>
              <a:t>Everyone involved must use the CCMS</a:t>
            </a:r>
          </a:p>
          <a:p>
            <a:r>
              <a:rPr lang="en-US" sz="1600" dirty="0"/>
              <a:t>Intuitive interface, focus on content without distractions</a:t>
            </a:r>
          </a:p>
          <a:p>
            <a:r>
              <a:rPr lang="en-US" sz="1600" dirty="0"/>
              <a:t>Gatekeeps control over documentation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EFA0E4-AE71-283B-65F8-E4FB31943FE8}"/>
              </a:ext>
            </a:extLst>
          </p:cNvPr>
          <p:cNvSpPr txBox="1"/>
          <p:nvPr/>
        </p:nvSpPr>
        <p:spPr>
          <a:xfrm>
            <a:off x="442786" y="972954"/>
            <a:ext cx="4661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+mj-lt"/>
              </a:rPr>
              <a:t>Docs as code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5A4427-FCBA-7C5C-A710-455E06414405}"/>
              </a:ext>
            </a:extLst>
          </p:cNvPr>
          <p:cNvSpPr txBox="1"/>
          <p:nvPr/>
        </p:nvSpPr>
        <p:spPr>
          <a:xfrm>
            <a:off x="6096000" y="972953"/>
            <a:ext cx="43735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+mj-lt"/>
              </a:rPr>
              <a:t>CCMS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B06B52-6AB3-B4B0-020B-2D5A7A91A2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B5949-C86A-4C23-BE6F-4668B8D4752F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3214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ticky notes with question marks">
            <a:extLst>
              <a:ext uri="{FF2B5EF4-FFF2-40B4-BE49-F238E27FC236}">
                <a16:creationId xmlns:a16="http://schemas.microsoft.com/office/drawing/2014/main" id="{B1979641-36D3-616F-6C53-7B26F5B680A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938" y="2204864"/>
            <a:ext cx="5143500" cy="3429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515171-9DED-2DE5-65EE-7D6510313C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B5949-C86A-4C23-BE6F-4668B8D4752F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E485D3-F4AB-D33D-2C9A-733C4722F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decide?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B9001D-87EF-654D-77F0-A5DAC2B621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5999" y="2204864"/>
            <a:ext cx="5292727" cy="3853036"/>
          </a:xfrm>
        </p:spPr>
        <p:txBody>
          <a:bodyPr/>
          <a:lstStyle/>
          <a:p>
            <a:r>
              <a:rPr lang="en-US" sz="1800" dirty="0"/>
              <a:t>Determine your requirements</a:t>
            </a:r>
          </a:p>
          <a:p>
            <a:pPr lvl="1"/>
            <a:r>
              <a:rPr lang="en-US" sz="1800" dirty="0"/>
              <a:t>Questions in the following slides should help</a:t>
            </a:r>
          </a:p>
          <a:p>
            <a:pPr lvl="1"/>
            <a:r>
              <a:rPr lang="en-US" sz="1800" dirty="0"/>
              <a:t>Relevance (and thus order) varies depending on your needs</a:t>
            </a:r>
          </a:p>
          <a:p>
            <a:r>
              <a:rPr lang="en-US" sz="1800" dirty="0"/>
              <a:t>Figure out what is non-negotiable</a:t>
            </a:r>
          </a:p>
          <a:p>
            <a:r>
              <a:rPr lang="en-US" sz="1800" dirty="0"/>
              <a:t>Do NOT compromise on any non-negotiables</a:t>
            </a:r>
          </a:p>
          <a:p>
            <a:r>
              <a:rPr lang="en-US" sz="1800" dirty="0"/>
              <a:t>Don’t go blindly for your favorite tool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104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5A42A-F957-B378-1AD3-CCC97AF407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06188" y="6201308"/>
            <a:ext cx="785812" cy="501650"/>
          </a:xfrm>
        </p:spPr>
        <p:txBody>
          <a:bodyPr/>
          <a:lstStyle/>
          <a:p>
            <a:fld id="{DD8B5949-C86A-4C23-BE6F-4668B8D4752F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B74F11-A19A-A64B-F19D-D2CE37CBB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041" y="4631871"/>
            <a:ext cx="3023118" cy="499965"/>
          </a:xfrm>
        </p:spPr>
        <p:txBody>
          <a:bodyPr/>
          <a:lstStyle/>
          <a:p>
            <a:r>
              <a:rPr lang="en-US" dirty="0"/>
              <a:t>The team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72865-D870-512E-CC0F-9E985FE6AC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380" y="487679"/>
            <a:ext cx="3384000" cy="4644157"/>
          </a:xfrm>
        </p:spPr>
        <p:txBody>
          <a:bodyPr/>
          <a:lstStyle/>
          <a:p>
            <a:r>
              <a:rPr lang="en-US" sz="1800" b="1" dirty="0"/>
              <a:t>Who writes the docs?</a:t>
            </a:r>
          </a:p>
          <a:p>
            <a:r>
              <a:rPr lang="en-US" sz="1800" b="1" dirty="0"/>
              <a:t>How big is the team?</a:t>
            </a:r>
          </a:p>
          <a:p>
            <a:pPr lvl="1"/>
            <a:r>
              <a:rPr lang="en-US" sz="1800" b="1" dirty="0"/>
              <a:t>Will it grow?</a:t>
            </a:r>
          </a:p>
          <a:p>
            <a:r>
              <a:rPr lang="en-US" sz="1800" dirty="0"/>
              <a:t>Do others contribute?</a:t>
            </a:r>
          </a:p>
          <a:p>
            <a:pPr lvl="1"/>
            <a:r>
              <a:rPr lang="en-US" sz="1800" dirty="0"/>
              <a:t>If so, who and how?</a:t>
            </a:r>
          </a:p>
          <a:p>
            <a:r>
              <a:rPr lang="en-US" sz="1800" dirty="0"/>
              <a:t>How is content reviewed?</a:t>
            </a:r>
          </a:p>
          <a:p>
            <a:r>
              <a:rPr lang="en-US" sz="1800" dirty="0"/>
              <a:t>Will new tools be accepted?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6F17EA-8396-71FE-069D-4F91AB68E4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09387" y="487680"/>
            <a:ext cx="3384000" cy="4644156"/>
          </a:xfrm>
        </p:spPr>
        <p:txBody>
          <a:bodyPr/>
          <a:lstStyle/>
          <a:p>
            <a:r>
              <a:rPr lang="en-US" sz="1800" b="1" dirty="0"/>
              <a:t>What skills does the team have?</a:t>
            </a:r>
          </a:p>
          <a:p>
            <a:r>
              <a:rPr lang="en-US" sz="1800" dirty="0"/>
              <a:t>How difficult is it to learn the new tool?</a:t>
            </a:r>
          </a:p>
          <a:p>
            <a:r>
              <a:rPr lang="en-US" sz="1800" dirty="0"/>
              <a:t>Can you hire people with the required skills?</a:t>
            </a:r>
          </a:p>
          <a:p>
            <a:r>
              <a:rPr lang="en-US" sz="1800" b="1" dirty="0"/>
              <a:t>Who maintains the tool?</a:t>
            </a:r>
          </a:p>
          <a:p>
            <a:pPr lvl="1"/>
            <a:r>
              <a:rPr lang="en-US" sz="1800" b="1" dirty="0"/>
              <a:t>What skills are needed for that?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F7666EF-D879-A585-B7B7-2102AA7E91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8" y="5467350"/>
            <a:ext cx="3382962" cy="485581"/>
          </a:xfrm>
        </p:spPr>
        <p:txBody>
          <a:bodyPr/>
          <a:lstStyle/>
          <a:p>
            <a:r>
              <a:rPr lang="en-US" dirty="0"/>
              <a:t>Contributors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67A1AF4-C012-2803-CCC7-FCBFD48D0F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10425" y="5466961"/>
            <a:ext cx="3382962" cy="485581"/>
          </a:xfrm>
        </p:spPr>
        <p:txBody>
          <a:bodyPr/>
          <a:lstStyle/>
          <a:p>
            <a:r>
              <a:rPr lang="en-US" dirty="0"/>
              <a:t>Expertise</a:t>
            </a:r>
          </a:p>
        </p:txBody>
      </p:sp>
      <p:pic>
        <p:nvPicPr>
          <p:cNvPr id="7" name="Graphic 6" descr="Users outline">
            <a:extLst>
              <a:ext uri="{FF2B5EF4-FFF2-40B4-BE49-F238E27FC236}">
                <a16:creationId xmlns:a16="http://schemas.microsoft.com/office/drawing/2014/main" id="{124655ED-DA82-D98B-4871-3C95CA83AB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2825" y="2488510"/>
            <a:ext cx="2358318" cy="2358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86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uiExpand="1" build="p"/>
      <p:bldP spid="12" grpId="0" build="p"/>
      <p:bldP spid="1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7A54C8-D88D-CC42-24C6-B9A33EAF45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06188" y="6201308"/>
            <a:ext cx="785812" cy="501650"/>
          </a:xfrm>
        </p:spPr>
        <p:txBody>
          <a:bodyPr/>
          <a:lstStyle/>
          <a:p>
            <a:fld id="{DD8B5949-C86A-4C23-BE6F-4668B8D4752F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99684E-0133-B071-6038-B145745CA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041" y="4631871"/>
            <a:ext cx="3023118" cy="499965"/>
          </a:xfrm>
        </p:spPr>
        <p:txBody>
          <a:bodyPr/>
          <a:lstStyle/>
          <a:p>
            <a:r>
              <a:rPr lang="en-US" dirty="0"/>
              <a:t>The docs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622518D-3670-4F14-FE09-F6D7C64AC4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sz="1800" dirty="0"/>
          </a:p>
          <a:p>
            <a:r>
              <a:rPr lang="en-US" sz="1800" b="1" dirty="0"/>
              <a:t>How consistent are your documents?</a:t>
            </a:r>
          </a:p>
          <a:p>
            <a:pPr lvl="1"/>
            <a:r>
              <a:rPr lang="en-US" sz="1800" b="1" dirty="0"/>
              <a:t>How consistent do you want them to be?</a:t>
            </a:r>
          </a:p>
          <a:p>
            <a:r>
              <a:rPr lang="en-US" sz="1800" b="1" dirty="0"/>
              <a:t>Do you reuse content? </a:t>
            </a:r>
          </a:p>
          <a:p>
            <a:r>
              <a:rPr lang="en-US" sz="1800" dirty="0"/>
              <a:t>Is the documentation part of the product development?</a:t>
            </a:r>
          </a:p>
          <a:p>
            <a:r>
              <a:rPr lang="en-US" sz="1800" dirty="0"/>
              <a:t>Do you have API docs? </a:t>
            </a:r>
          </a:p>
          <a:p>
            <a:r>
              <a:rPr lang="en-US" sz="1800" dirty="0"/>
              <a:t>Does your tooling choice affect others?</a:t>
            </a:r>
          </a:p>
          <a:p>
            <a:pPr lvl="1"/>
            <a:r>
              <a:rPr lang="en-US" sz="1800" dirty="0"/>
              <a:t>Do you have translations?</a:t>
            </a:r>
          </a:p>
          <a:p>
            <a:r>
              <a:rPr lang="en-US" sz="1800" dirty="0"/>
              <a:t>Are there industry conventions or legal requirements?</a:t>
            </a:r>
          </a:p>
          <a:p>
            <a:pPr lvl="1"/>
            <a:r>
              <a:rPr lang="en-US" sz="1800" dirty="0"/>
              <a:t>Do you need versioning?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5EC4ADA-2588-F15E-245A-1CF4994344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800" b="1" dirty="0"/>
              <a:t>In what format are the docs published?</a:t>
            </a:r>
          </a:p>
          <a:p>
            <a:pPr lvl="1"/>
            <a:r>
              <a:rPr lang="en-US" sz="1800" b="1" dirty="0"/>
              <a:t>Are those the formats you want?</a:t>
            </a:r>
          </a:p>
          <a:p>
            <a:r>
              <a:rPr lang="en-US" sz="1800" dirty="0"/>
              <a:t>Where are the docs hosted?</a:t>
            </a:r>
          </a:p>
          <a:p>
            <a:r>
              <a:rPr lang="en-US" sz="1800" dirty="0"/>
              <a:t>How many documents do you have? </a:t>
            </a:r>
          </a:p>
          <a:p>
            <a:r>
              <a:rPr lang="en-US" sz="1800" b="1" dirty="0"/>
              <a:t>How important is the look &amp; feel? (consistency, esthetics)</a:t>
            </a:r>
          </a:p>
          <a:p>
            <a:r>
              <a:rPr lang="en-US" sz="1800" dirty="0"/>
              <a:t>Should the output be consumable for AI?</a:t>
            </a:r>
          </a:p>
          <a:p>
            <a:pPr lvl="1"/>
            <a:r>
              <a:rPr lang="en-US" sz="1800" dirty="0"/>
              <a:t>Or even optimized for AI?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3F40593-1F8B-F381-4EF9-0A34B5CF6E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D7F10D-6EFD-5CCF-C0CC-58717A4E971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Delivery</a:t>
            </a:r>
          </a:p>
        </p:txBody>
      </p:sp>
      <p:pic>
        <p:nvPicPr>
          <p:cNvPr id="7" name="Graphic 6" descr="Document outline">
            <a:extLst>
              <a:ext uri="{FF2B5EF4-FFF2-40B4-BE49-F238E27FC236}">
                <a16:creationId xmlns:a16="http://schemas.microsoft.com/office/drawing/2014/main" id="{EDF8F48E-C7DD-2DAA-D0D9-5DAEA11A4F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3947" y="2265753"/>
            <a:ext cx="2116074" cy="211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18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11" grpId="0" uiExpand="1" build="p"/>
      <p:bldP spid="12" grpId="0" build="p"/>
      <p:bldP spid="1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BD010-C0D5-4E1B-4138-CDBCD841F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32C963-B4CF-C5BB-7AA2-61CBB3C739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06188" y="6201308"/>
            <a:ext cx="785812" cy="501650"/>
          </a:xfrm>
        </p:spPr>
        <p:txBody>
          <a:bodyPr/>
          <a:lstStyle/>
          <a:p>
            <a:fld id="{DD8B5949-C86A-4C23-BE6F-4668B8D4752F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3A5408-755A-74A8-D00B-7088C16FA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041" y="4631871"/>
            <a:ext cx="3023118" cy="499965"/>
          </a:xfrm>
        </p:spPr>
        <p:txBody>
          <a:bodyPr/>
          <a:lstStyle/>
          <a:p>
            <a:r>
              <a:rPr lang="en-US" dirty="0"/>
              <a:t>The implementation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76D8AE-F794-A58C-BBB8-1592CC2F73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800" b="1" dirty="0"/>
              <a:t>What tools do others in your company use?</a:t>
            </a:r>
          </a:p>
          <a:p>
            <a:pPr lvl="1"/>
            <a:r>
              <a:rPr lang="en-US" sz="1800" dirty="0"/>
              <a:t>DevOps for product development?</a:t>
            </a:r>
          </a:p>
          <a:p>
            <a:pPr lvl="1"/>
            <a:r>
              <a:rPr lang="en-US" sz="1800" dirty="0"/>
              <a:t>Do developers already have (internal) doc builds?</a:t>
            </a:r>
          </a:p>
          <a:p>
            <a:pPr lvl="1"/>
            <a:r>
              <a:rPr lang="en-US" sz="1800" dirty="0"/>
              <a:t>Overall IT infrastructure and OS?</a:t>
            </a:r>
          </a:p>
          <a:p>
            <a:r>
              <a:rPr lang="en-US" sz="1800" b="1" dirty="0"/>
              <a:t>What is the budget?</a:t>
            </a:r>
          </a:p>
          <a:p>
            <a:r>
              <a:rPr lang="en-US" sz="1800" dirty="0"/>
              <a:t>Can you expect support?</a:t>
            </a:r>
          </a:p>
          <a:p>
            <a:pPr lvl="1"/>
            <a:r>
              <a:rPr lang="en-US" sz="1800" dirty="0"/>
              <a:t>From whom?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F5C2A80-A5D7-AAAE-7073-C92B6DB12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800" dirty="0"/>
              <a:t>What is the desired/required time to market?</a:t>
            </a:r>
          </a:p>
          <a:p>
            <a:r>
              <a:rPr lang="en-US" sz="1800" dirty="0"/>
              <a:t>How much customization is required?</a:t>
            </a:r>
          </a:p>
          <a:p>
            <a:r>
              <a:rPr lang="en-US" sz="1800" dirty="0"/>
              <a:t>Are you willing to compromise on functionality?</a:t>
            </a:r>
          </a:p>
          <a:p>
            <a:r>
              <a:rPr lang="en-US" sz="1800" b="1" dirty="0"/>
              <a:t>Do you already have documentation that should be migrated?</a:t>
            </a:r>
          </a:p>
          <a:p>
            <a:pPr lvl="1"/>
            <a:r>
              <a:rPr lang="en-US" sz="1800" b="1" dirty="0"/>
              <a:t>Can this be automized?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6F0B057-E7AE-60D0-8A57-1397F6B9D5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Infrastructure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D1036CD-7C9F-BF7D-A1D9-06D0791635F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Getting started</a:t>
            </a:r>
          </a:p>
        </p:txBody>
      </p:sp>
      <p:pic>
        <p:nvPicPr>
          <p:cNvPr id="22" name="Graphic 21" descr="Cloud Computing outline">
            <a:extLst>
              <a:ext uri="{FF2B5EF4-FFF2-40B4-BE49-F238E27FC236}">
                <a16:creationId xmlns:a16="http://schemas.microsoft.com/office/drawing/2014/main" id="{96A8B40F-4B16-016E-B62A-B3DC3928BE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86124" y="2106930"/>
            <a:ext cx="2331720" cy="233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925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11" grpId="0" build="p"/>
      <p:bldP spid="1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25800-7B69-E7B1-1BD9-548CFDDDA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4D1D11-F1B5-6F21-52DB-F2B89ED394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06188" y="6201308"/>
            <a:ext cx="785812" cy="501650"/>
          </a:xfrm>
        </p:spPr>
        <p:txBody>
          <a:bodyPr/>
          <a:lstStyle/>
          <a:p>
            <a:fld id="{DD8B5949-C86A-4C23-BE6F-4668B8D4752F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06DBA5-93B4-9E11-F15C-96B7E749A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041" y="4631871"/>
            <a:ext cx="3023118" cy="499965"/>
          </a:xfrm>
        </p:spPr>
        <p:txBody>
          <a:bodyPr/>
          <a:lstStyle/>
          <a:p>
            <a:r>
              <a:rPr lang="en-US" dirty="0"/>
              <a:t>The outlook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48D6F1-7357-5566-67FB-A143C7E7BE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800" dirty="0"/>
              <a:t>Who can support contributors?</a:t>
            </a:r>
          </a:p>
          <a:p>
            <a:r>
              <a:rPr lang="en-US" sz="1800" dirty="0"/>
              <a:t>Who can do changes/fixes if needed?</a:t>
            </a:r>
          </a:p>
          <a:p>
            <a:r>
              <a:rPr lang="en-US" sz="1800" dirty="0"/>
              <a:t>Can you get support for the selected tool?</a:t>
            </a:r>
          </a:p>
          <a:p>
            <a:r>
              <a:rPr lang="en-US" sz="1800" b="1" dirty="0"/>
              <a:t>How difficult is it to onboard all contributors?</a:t>
            </a:r>
          </a:p>
          <a:p>
            <a:pPr lvl="1"/>
            <a:r>
              <a:rPr lang="en-US" sz="1800" b="1" dirty="0"/>
              <a:t>How difficult is it to do a one-off change?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B9CF7C5-21F6-73F0-0ABC-A7ADBB8CB4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800" b="1" dirty="0"/>
              <a:t>Will you still be happy with your tool in five years?</a:t>
            </a:r>
          </a:p>
          <a:p>
            <a:pPr lvl="1"/>
            <a:r>
              <a:rPr lang="en-US" sz="1800" b="1" dirty="0"/>
              <a:t>How much work would it be to switch tools later?</a:t>
            </a:r>
          </a:p>
          <a:p>
            <a:r>
              <a:rPr lang="en-US" sz="1800" dirty="0"/>
              <a:t>Will the selected tool still exist and be supported?</a:t>
            </a:r>
          </a:p>
          <a:p>
            <a:r>
              <a:rPr lang="en-US" sz="1800" dirty="0"/>
              <a:t>If you and/or the main maintainer are no longer there, will the tool still work for others?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A49A0E4-A14F-5D50-112D-4B64404881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Short term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3B9F2F-E5D7-8BF6-2EB6-804EE70B426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Long term</a:t>
            </a:r>
          </a:p>
        </p:txBody>
      </p:sp>
      <p:pic>
        <p:nvPicPr>
          <p:cNvPr id="24" name="Graphic 23" descr="Aspiration outline">
            <a:extLst>
              <a:ext uri="{FF2B5EF4-FFF2-40B4-BE49-F238E27FC236}">
                <a16:creationId xmlns:a16="http://schemas.microsoft.com/office/drawing/2014/main" id="{27473DC8-6401-85DA-EEDF-3F767C3650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6165" y="2419165"/>
            <a:ext cx="2019670" cy="201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996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10" grpId="0" uiExpand="1" build="p"/>
      <p:bldP spid="11" grpId="0" build="p"/>
      <p:bldP spid="1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D8E3703-1F62-E185-7F6D-C7C74CF95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948" y="2471891"/>
            <a:ext cx="5760777" cy="3351797"/>
          </a:xfrm>
        </p:spPr>
        <p:txBody>
          <a:bodyPr/>
          <a:lstStyle/>
          <a:p>
            <a:r>
              <a:rPr lang="en-US" dirty="0"/>
              <a:t>Thank you!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Answers?</a:t>
            </a:r>
          </a:p>
        </p:txBody>
      </p:sp>
    </p:spTree>
    <p:extLst>
      <p:ext uri="{BB962C8B-B14F-4D97-AF65-F5344CB8AC3E}">
        <p14:creationId xmlns:p14="http://schemas.microsoft.com/office/powerpoint/2010/main" val="18220088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randRefresh">
  <a:themeElements>
    <a:clrScheme name="Blue">
      <a:dk1>
        <a:srgbClr val="000000"/>
      </a:dk1>
      <a:lt1>
        <a:sysClr val="window" lastClr="FFFFFF"/>
      </a:lt1>
      <a:dk2>
        <a:srgbClr val="0C3E1F"/>
      </a:dk2>
      <a:lt2>
        <a:srgbClr val="006325"/>
      </a:lt2>
      <a:accent1>
        <a:srgbClr val="6EBB53"/>
      </a:accent1>
      <a:accent2>
        <a:srgbClr val="A3EE71"/>
      </a:accent2>
      <a:accent3>
        <a:srgbClr val="FFEA02"/>
      </a:accent3>
      <a:accent4>
        <a:srgbClr val="5794FF"/>
      </a:accent4>
      <a:accent5>
        <a:srgbClr val="EAEAEA"/>
      </a:accent5>
      <a:accent6>
        <a:srgbClr val="D7D7D7"/>
      </a:accent6>
      <a:hlink>
        <a:srgbClr val="FD8549"/>
      </a:hlink>
      <a:folHlink>
        <a:srgbClr val="A0EAC3"/>
      </a:folHlink>
    </a:clrScheme>
    <a:fontScheme name="Custom 44">
      <a:majorFont>
        <a:latin typeface="MarianinaFY-Regular"/>
        <a:ea typeface=""/>
        <a:cs typeface=""/>
      </a:majorFont>
      <a:minorFont>
        <a:latin typeface="DI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BrandRefresh" id="{9B14C257-A412-4CA8-A48C-382A8298DF8D}" vid="{10CD31D8-6988-418F-AC4F-FF271F7AFFF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BrandRefresh</Template>
  <TotalTime>35971</TotalTime>
  <Words>2603</Words>
  <Application>Microsoft Office PowerPoint</Application>
  <PresentationFormat>Widescreen</PresentationFormat>
  <Paragraphs>266</Paragraphs>
  <Slides>9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MarianinaFY-Regular</vt:lpstr>
      <vt:lpstr>DIN</vt:lpstr>
      <vt:lpstr>Symbol</vt:lpstr>
      <vt:lpstr>Aptos</vt:lpstr>
      <vt:lpstr>Wingdings</vt:lpstr>
      <vt:lpstr>BrandRefresh</vt:lpstr>
      <vt:lpstr>think-cell Slide</vt:lpstr>
      <vt:lpstr>The right tool for the job</vt:lpstr>
      <vt:lpstr>PowerPoint Presentation</vt:lpstr>
      <vt:lpstr>Documentation methodologies</vt:lpstr>
      <vt:lpstr>How to decide?</vt:lpstr>
      <vt:lpstr>The team</vt:lpstr>
      <vt:lpstr>The docs</vt:lpstr>
      <vt:lpstr>The implementation</vt:lpstr>
      <vt:lpstr>The outlook</vt:lpstr>
      <vt:lpstr>Thank you!  Answers?</vt:lpstr>
    </vt:vector>
  </TitlesOfParts>
  <Company>CARRIER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Ruth Fuchss</dc:creator>
  <cp:lastModifiedBy>Ruth Fuchss</cp:lastModifiedBy>
  <cp:revision>2</cp:revision>
  <dcterms:created xsi:type="dcterms:W3CDTF">2025-09-19T07:32:45Z</dcterms:created>
  <dcterms:modified xsi:type="dcterms:W3CDTF">2025-11-04T13:04:25Z</dcterms:modified>
</cp:coreProperties>
</file>